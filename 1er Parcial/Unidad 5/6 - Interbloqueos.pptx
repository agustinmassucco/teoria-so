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30"/>
  </p:notesMasterIdLst>
  <p:sldIdLst>
    <p:sldId id="256" r:id="rId2"/>
    <p:sldId id="263" r:id="rId3"/>
    <p:sldId id="264" r:id="rId4"/>
    <p:sldId id="305" r:id="rId5"/>
    <p:sldId id="266" r:id="rId6"/>
    <p:sldId id="306" r:id="rId7"/>
    <p:sldId id="307" r:id="rId8"/>
    <p:sldId id="269" r:id="rId9"/>
    <p:sldId id="308" r:id="rId10"/>
    <p:sldId id="312" r:id="rId11"/>
    <p:sldId id="309" r:id="rId12"/>
    <p:sldId id="275" r:id="rId13"/>
    <p:sldId id="276" r:id="rId14"/>
    <p:sldId id="314" r:id="rId15"/>
    <p:sldId id="310" r:id="rId16"/>
    <p:sldId id="280" r:id="rId17"/>
    <p:sldId id="281" r:id="rId18"/>
    <p:sldId id="282" r:id="rId19"/>
    <p:sldId id="283" r:id="rId20"/>
    <p:sldId id="284" r:id="rId21"/>
    <p:sldId id="285" r:id="rId22"/>
    <p:sldId id="286" r:id="rId23"/>
    <p:sldId id="288" r:id="rId24"/>
    <p:sldId id="292" r:id="rId25"/>
    <p:sldId id="294" r:id="rId26"/>
    <p:sldId id="295" r:id="rId27"/>
    <p:sldId id="313" r:id="rId28"/>
    <p:sldId id="262" r:id="rId29"/>
  </p:sldIdLst>
  <p:sldSz cx="9144000" cy="6858000" type="screen4x3"/>
  <p:notesSz cx="6858000" cy="9144000"/>
  <p:embeddedFontLst>
    <p:embeddedFont>
      <p:font typeface="Calibri" panose="020F0502020204030204" pitchFamily="34" charset="0"/>
      <p:regular r:id="rId31"/>
      <p:bold r:id="rId32"/>
      <p:italic r:id="rId33"/>
      <p:boldItalic r:id="rId34"/>
    </p:embeddedFont>
    <p:embeddedFont>
      <p:font typeface="Kaushan Script" panose="020B0604020202020204" charset="0"/>
      <p:regular r:id="rId35"/>
    </p:embeddedFont>
    <p:embeddedFont>
      <p:font typeface="Questrial" panose="020B0604020202020204" charset="0"/>
      <p:regular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138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3.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8788"/>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8788"/>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1371600" y="1143000"/>
            <a:ext cx="4114800" cy="30860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400550"/>
            <a:ext cx="5486399" cy="360045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200" b="0" i="0" u="none" strike="noStrike" cap="none">
                <a:solidFill>
                  <a:schemeClr val="dk1"/>
                </a:solidFill>
                <a:latin typeface="Calibri"/>
                <a:ea typeface="Calibri"/>
                <a:cs typeface="Calibri"/>
                <a:sym typeface="Calibri"/>
              </a:defRPr>
            </a:lvl2pPr>
            <a:lvl3pPr marL="914400" marR="0" lvl="2" indent="0" algn="l" rtl="0">
              <a:spcBef>
                <a:spcPts val="0"/>
              </a:spcBef>
              <a:buNone/>
              <a:defRPr sz="1200" b="0" i="0" u="none" strike="noStrike" cap="none">
                <a:solidFill>
                  <a:schemeClr val="dk1"/>
                </a:solidFill>
                <a:latin typeface="Calibri"/>
                <a:ea typeface="Calibri"/>
                <a:cs typeface="Calibri"/>
                <a:sym typeface="Calibri"/>
              </a:defRPr>
            </a:lvl3pPr>
            <a:lvl4pPr marL="1371600" marR="0" lvl="3" indent="0" algn="l" rtl="0">
              <a:spcBef>
                <a:spcPts val="0"/>
              </a:spcBef>
              <a:buNone/>
              <a:defRPr sz="1200" b="0" i="0" u="none" strike="noStrike" cap="none">
                <a:solidFill>
                  <a:schemeClr val="dk1"/>
                </a:solidFill>
                <a:latin typeface="Calibri"/>
                <a:ea typeface="Calibri"/>
                <a:cs typeface="Calibri"/>
                <a:sym typeface="Calibri"/>
              </a:defRPr>
            </a:lvl4pPr>
            <a:lvl5pPr marL="1828800" marR="0" lvl="4" indent="0" algn="l" rtl="0">
              <a:spcBef>
                <a:spcPts val="0"/>
              </a:spcBef>
              <a:buNone/>
              <a:defRPr sz="1200" b="0" i="0" u="none" strike="noStrike" cap="none">
                <a:solidFill>
                  <a:schemeClr val="dk1"/>
                </a:solidFill>
                <a:latin typeface="Calibri"/>
                <a:ea typeface="Calibri"/>
                <a:cs typeface="Calibri"/>
                <a:sym typeface="Calibri"/>
              </a:defRPr>
            </a:lvl5pPr>
            <a:lvl6pPr marL="2286000" marR="0" lvl="5" indent="0" algn="l" rtl="0">
              <a:spcBef>
                <a:spcPts val="0"/>
              </a:spcBef>
              <a:buNone/>
              <a:defRPr sz="1200" b="0" i="0" u="none" strike="noStrike" cap="none">
                <a:solidFill>
                  <a:schemeClr val="dk1"/>
                </a:solidFill>
                <a:latin typeface="Calibri"/>
                <a:ea typeface="Calibri"/>
                <a:cs typeface="Calibri"/>
                <a:sym typeface="Calibri"/>
              </a:defRPr>
            </a:lvl6pPr>
            <a:lvl7pPr marL="2743200" marR="0" lvl="6" indent="0" algn="l" rtl="0">
              <a:spcBef>
                <a:spcPts val="0"/>
              </a:spcBef>
              <a:buNone/>
              <a:defRPr sz="1200" b="0" i="0" u="none" strike="noStrike" cap="none">
                <a:solidFill>
                  <a:schemeClr val="dk1"/>
                </a:solidFill>
                <a:latin typeface="Calibri"/>
                <a:ea typeface="Calibri"/>
                <a:cs typeface="Calibri"/>
                <a:sym typeface="Calibri"/>
              </a:defRPr>
            </a:lvl7pPr>
            <a:lvl8pPr marL="3200400" marR="0" lvl="7" indent="0" algn="l" rtl="0">
              <a:spcBef>
                <a:spcPts val="0"/>
              </a:spcBef>
              <a:buNone/>
              <a:defRPr sz="1200" b="0" i="0" u="none" strike="noStrike" cap="none">
                <a:solidFill>
                  <a:schemeClr val="dk1"/>
                </a:solidFill>
                <a:latin typeface="Calibri"/>
                <a:ea typeface="Calibri"/>
                <a:cs typeface="Calibri"/>
                <a:sym typeface="Calibri"/>
              </a:defRPr>
            </a:lvl8pPr>
            <a:lvl9pPr marL="3657600" marR="0" lvl="8" indent="0" algn="l" rtl="0">
              <a:spcBef>
                <a:spcPts val="0"/>
              </a:spcBef>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8786"/>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8786"/>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s-AR" sz="1200" b="0" i="0" u="none" strike="noStrike" cap="none">
                <a:solidFill>
                  <a:schemeClr val="dk1"/>
                </a:solidFill>
                <a:latin typeface="Calibri"/>
                <a:ea typeface="Calibri"/>
                <a:cs typeface="Calibri"/>
                <a:sym typeface="Calibri"/>
              </a:rPr>
              <a:t>‹#›</a:t>
            </a:fld>
            <a:endParaRPr lang="es-A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05185886"/>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Shape 62"/>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63" name="Shape 63"/>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5294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Shape 93"/>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94" name="Shape 94"/>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76894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Shape 81"/>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82" name="Shape 82"/>
          <p:cNvSpPr>
            <a:spLocks noGrp="1" noRot="1" noChangeAspect="1"/>
          </p:cNvSpPr>
          <p:nvPr>
            <p:ph type="sldImg" idx="2"/>
          </p:nvPr>
        </p:nvSpPr>
        <p:spPr>
          <a:xfrm>
            <a:off x="1371600" y="1143000"/>
            <a:ext cx="4114800" cy="3086099"/>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79838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Shape 74"/>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75" name="Shape 75"/>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51195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Shape 87"/>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88" name="Shape 88"/>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92364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Shape 101"/>
          <p:cNvSpPr txBox="1">
            <a:spLocks noGrp="1"/>
          </p:cNvSpPr>
          <p:nvPr>
            <p:ph type="body" idx="1"/>
          </p:nvPr>
        </p:nvSpPr>
        <p:spPr>
          <a:xfrm>
            <a:off x="685800" y="4400550"/>
            <a:ext cx="5486399" cy="3600450"/>
          </a:xfrm>
          <a:prstGeom prst="rect">
            <a:avLst/>
          </a:prstGeom>
        </p:spPr>
        <p:txBody>
          <a:bodyPr lIns="91425" tIns="91425" rIns="91425" bIns="91425" anchor="t" anchorCtr="0">
            <a:noAutofit/>
          </a:bodyPr>
          <a:lstStyle/>
          <a:p>
            <a:pPr lvl="0">
              <a:spcBef>
                <a:spcPts val="0"/>
              </a:spcBef>
              <a:buNone/>
            </a:pPr>
            <a:endParaRPr/>
          </a:p>
        </p:txBody>
      </p:sp>
      <p:sp>
        <p:nvSpPr>
          <p:cNvPr id="102" name="Shape 102"/>
          <p:cNvSpPr>
            <a:spLocks noGrp="1" noRot="1" noChangeAspect="1"/>
          </p:cNvSpPr>
          <p:nvPr>
            <p:ph type="sldImg" idx="2"/>
          </p:nvPr>
        </p:nvSpPr>
        <p:spPr>
          <a:xfrm>
            <a:off x="1371600" y="1143000"/>
            <a:ext cx="4114800" cy="30861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300683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sp>
        <p:nvSpPr>
          <p:cNvPr id="14" name="Shape 14"/>
          <p:cNvSpPr txBox="1">
            <a:spLocks noGrp="1"/>
          </p:cNvSpPr>
          <p:nvPr>
            <p:ph type="ctrTitle"/>
          </p:nvPr>
        </p:nvSpPr>
        <p:spPr>
          <a:xfrm>
            <a:off x="311708" y="992766"/>
            <a:ext cx="8520600" cy="2736900"/>
          </a:xfrm>
          <a:prstGeom prst="rect">
            <a:avLst/>
          </a:prstGeom>
        </p:spPr>
        <p:txBody>
          <a:bodyPr lIns="91425" tIns="91425" rIns="91425" bIns="91425" anchor="b" anchorCtr="0"/>
          <a:lstStyle>
            <a:lvl1pPr lvl="0" algn="ctr">
              <a:spcBef>
                <a:spcPts val="0"/>
              </a:spcBef>
              <a:buSzPct val="100000"/>
              <a:defRPr sz="5200"/>
            </a:lvl1pPr>
            <a:lvl2pPr lvl="1" algn="ctr">
              <a:spcBef>
                <a:spcPts val="0"/>
              </a:spcBef>
              <a:buSzPct val="100000"/>
              <a:defRPr sz="5200"/>
            </a:lvl2pPr>
            <a:lvl3pPr lvl="2" algn="ctr">
              <a:spcBef>
                <a:spcPts val="0"/>
              </a:spcBef>
              <a:buSzPct val="100000"/>
              <a:defRPr sz="5200"/>
            </a:lvl3pPr>
            <a:lvl4pPr lvl="3" algn="ctr">
              <a:spcBef>
                <a:spcPts val="0"/>
              </a:spcBef>
              <a:buSzPct val="100000"/>
              <a:defRPr sz="5200"/>
            </a:lvl4pPr>
            <a:lvl5pPr lvl="4" algn="ctr">
              <a:spcBef>
                <a:spcPts val="0"/>
              </a:spcBef>
              <a:buSzPct val="100000"/>
              <a:defRPr sz="5200"/>
            </a:lvl5pPr>
            <a:lvl6pPr lvl="5" algn="ctr">
              <a:spcBef>
                <a:spcPts val="0"/>
              </a:spcBef>
              <a:buSzPct val="100000"/>
              <a:defRPr sz="5200"/>
            </a:lvl6pPr>
            <a:lvl7pPr lvl="6" algn="ctr">
              <a:spcBef>
                <a:spcPts val="0"/>
              </a:spcBef>
              <a:buSzPct val="100000"/>
              <a:defRPr sz="5200"/>
            </a:lvl7pPr>
            <a:lvl8pPr lvl="7" algn="ctr">
              <a:spcBef>
                <a:spcPts val="0"/>
              </a:spcBef>
              <a:buSzPct val="100000"/>
              <a:defRPr sz="5200"/>
            </a:lvl8pPr>
            <a:lvl9pPr lvl="8" algn="ctr">
              <a:spcBef>
                <a:spcPts val="0"/>
              </a:spcBef>
              <a:buSzPct val="100000"/>
              <a:defRPr sz="5200"/>
            </a:lvl9pPr>
          </a:lstStyle>
          <a:p>
            <a:endParaRPr/>
          </a:p>
        </p:txBody>
      </p:sp>
      <p:sp>
        <p:nvSpPr>
          <p:cNvPr id="15" name="Shape 15"/>
          <p:cNvSpPr txBox="1">
            <a:spLocks noGrp="1"/>
          </p:cNvSpPr>
          <p:nvPr>
            <p:ph type="subTitle" idx="1"/>
          </p:nvPr>
        </p:nvSpPr>
        <p:spPr>
          <a:xfrm>
            <a:off x="311700" y="3778833"/>
            <a:ext cx="8520600" cy="10569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800"/>
            </a:lvl1pPr>
            <a:lvl2pPr lvl="1" algn="ctr">
              <a:lnSpc>
                <a:spcPct val="100000"/>
              </a:lnSpc>
              <a:spcBef>
                <a:spcPts val="0"/>
              </a:spcBef>
              <a:spcAft>
                <a:spcPts val="0"/>
              </a:spcAft>
              <a:buSzPct val="100000"/>
              <a:buNone/>
              <a:defRPr sz="2800"/>
            </a:lvl2pPr>
            <a:lvl3pPr lvl="2" algn="ctr">
              <a:lnSpc>
                <a:spcPct val="100000"/>
              </a:lnSpc>
              <a:spcBef>
                <a:spcPts val="0"/>
              </a:spcBef>
              <a:spcAft>
                <a:spcPts val="0"/>
              </a:spcAft>
              <a:buSzPct val="100000"/>
              <a:buNone/>
              <a:defRPr sz="2800"/>
            </a:lvl3pPr>
            <a:lvl4pPr lvl="3" algn="ctr">
              <a:lnSpc>
                <a:spcPct val="100000"/>
              </a:lnSpc>
              <a:spcBef>
                <a:spcPts val="0"/>
              </a:spcBef>
              <a:spcAft>
                <a:spcPts val="0"/>
              </a:spcAft>
              <a:buSzPct val="100000"/>
              <a:buNone/>
              <a:defRPr sz="2800"/>
            </a:lvl4pPr>
            <a:lvl5pPr lvl="4" algn="ctr">
              <a:lnSpc>
                <a:spcPct val="100000"/>
              </a:lnSpc>
              <a:spcBef>
                <a:spcPts val="0"/>
              </a:spcBef>
              <a:spcAft>
                <a:spcPts val="0"/>
              </a:spcAft>
              <a:buSzPct val="100000"/>
              <a:buNone/>
              <a:defRPr sz="2800"/>
            </a:lvl5pPr>
            <a:lvl6pPr lvl="5" algn="ctr">
              <a:lnSpc>
                <a:spcPct val="100000"/>
              </a:lnSpc>
              <a:spcBef>
                <a:spcPts val="0"/>
              </a:spcBef>
              <a:spcAft>
                <a:spcPts val="0"/>
              </a:spcAft>
              <a:buSzPct val="100000"/>
              <a:buNone/>
              <a:defRPr sz="2800"/>
            </a:lvl6pPr>
            <a:lvl7pPr lvl="6" algn="ctr">
              <a:lnSpc>
                <a:spcPct val="100000"/>
              </a:lnSpc>
              <a:spcBef>
                <a:spcPts val="0"/>
              </a:spcBef>
              <a:spcAft>
                <a:spcPts val="0"/>
              </a:spcAft>
              <a:buSzPct val="100000"/>
              <a:buNone/>
              <a:defRPr sz="2800"/>
            </a:lvl7pPr>
            <a:lvl8pPr lvl="7" algn="ctr">
              <a:lnSpc>
                <a:spcPct val="100000"/>
              </a:lnSpc>
              <a:spcBef>
                <a:spcPts val="0"/>
              </a:spcBef>
              <a:spcAft>
                <a:spcPts val="0"/>
              </a:spcAft>
              <a:buSzPct val="100000"/>
              <a:buNone/>
              <a:defRPr sz="2800"/>
            </a:lvl8pPr>
            <a:lvl9pPr lvl="8" algn="ctr">
              <a:lnSpc>
                <a:spcPct val="100000"/>
              </a:lnSpc>
              <a:spcBef>
                <a:spcPts val="0"/>
              </a:spcBef>
              <a:spcAft>
                <a:spcPts val="0"/>
              </a:spcAft>
              <a:buSzPct val="100000"/>
              <a:buNone/>
              <a:defRPr sz="2800"/>
            </a:lvl9pPr>
          </a:lstStyle>
          <a:p>
            <a:endParaRPr/>
          </a:p>
        </p:txBody>
      </p:sp>
      <p:sp>
        <p:nvSpPr>
          <p:cNvPr id="16" name="Shape 16"/>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17"/>
        <p:cNvGrpSpPr/>
        <p:nvPr/>
      </p:nvGrpSpPr>
      <p:grpSpPr>
        <a:xfrm>
          <a:off x="0" y="0"/>
          <a:ext cx="0" cy="0"/>
          <a:chOff x="0" y="0"/>
          <a:chExt cx="0" cy="0"/>
        </a:xfrm>
      </p:grpSpPr>
      <p:sp>
        <p:nvSpPr>
          <p:cNvPr id="18" name="Shape 18"/>
          <p:cNvSpPr txBox="1">
            <a:spLocks noGrp="1"/>
          </p:cNvSpPr>
          <p:nvPr>
            <p:ph type="title"/>
          </p:nvPr>
        </p:nvSpPr>
        <p:spPr>
          <a:xfrm>
            <a:off x="311700" y="2867800"/>
            <a:ext cx="8520600" cy="1122300"/>
          </a:xfrm>
          <a:prstGeom prst="rect">
            <a:avLst/>
          </a:prstGeom>
        </p:spPr>
        <p:txBody>
          <a:bodyPr lIns="91425" tIns="91425" rIns="91425" bIns="91425" anchor="ctr" anchorCtr="0"/>
          <a:lstStyle>
            <a:lvl1pPr lvl="0" algn="ctr">
              <a:spcBef>
                <a:spcPts val="0"/>
              </a:spcBef>
              <a:buSzPct val="100000"/>
              <a:defRPr sz="3600"/>
            </a:lvl1pPr>
            <a:lvl2pPr lvl="1" algn="ctr">
              <a:spcBef>
                <a:spcPts val="0"/>
              </a:spcBef>
              <a:buSzPct val="100000"/>
              <a:defRPr sz="3600"/>
            </a:lvl2pPr>
            <a:lvl3pPr lvl="2" algn="ctr">
              <a:spcBef>
                <a:spcPts val="0"/>
              </a:spcBef>
              <a:buSzPct val="100000"/>
              <a:defRPr sz="3600"/>
            </a:lvl3pPr>
            <a:lvl4pPr lvl="3" algn="ctr">
              <a:spcBef>
                <a:spcPts val="0"/>
              </a:spcBef>
              <a:buSzPct val="100000"/>
              <a:defRPr sz="3600"/>
            </a:lvl4pPr>
            <a:lvl5pPr lvl="4" algn="ctr">
              <a:spcBef>
                <a:spcPts val="0"/>
              </a:spcBef>
              <a:buSzPct val="100000"/>
              <a:defRPr sz="3600"/>
            </a:lvl5pPr>
            <a:lvl6pPr lvl="5" algn="ctr">
              <a:spcBef>
                <a:spcPts val="0"/>
              </a:spcBef>
              <a:buSzPct val="100000"/>
              <a:defRPr sz="3600"/>
            </a:lvl6pPr>
            <a:lvl7pPr lvl="6" algn="ctr">
              <a:spcBef>
                <a:spcPts val="0"/>
              </a:spcBef>
              <a:buSzPct val="100000"/>
              <a:defRPr sz="3600"/>
            </a:lvl7pPr>
            <a:lvl8pPr lvl="7" algn="ctr">
              <a:spcBef>
                <a:spcPts val="0"/>
              </a:spcBef>
              <a:buSzPct val="100000"/>
              <a:defRPr sz="3600"/>
            </a:lvl8pPr>
            <a:lvl9pPr lvl="8" algn="ctr">
              <a:spcBef>
                <a:spcPts val="0"/>
              </a:spcBef>
              <a:buSzPct val="100000"/>
              <a:defRPr sz="3600"/>
            </a:lvl9pPr>
          </a:lstStyle>
          <a:p>
            <a:endParaRPr/>
          </a:p>
        </p:txBody>
      </p:sp>
      <p:sp>
        <p:nvSpPr>
          <p:cNvPr id="19" name="Shape 19"/>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0"/>
        <p:cNvGrpSpPr/>
        <p:nvPr/>
      </p:nvGrpSpPr>
      <p:grpSpPr>
        <a:xfrm>
          <a:off x="0" y="0"/>
          <a:ext cx="0" cy="0"/>
          <a:chOff x="0" y="0"/>
          <a:chExt cx="0" cy="0"/>
        </a:xfrm>
      </p:grpSpPr>
      <p:sp>
        <p:nvSpPr>
          <p:cNvPr id="21" name="Shape 21"/>
          <p:cNvSpPr txBox="1">
            <a:spLocks noGrp="1"/>
          </p:cNvSpPr>
          <p:nvPr>
            <p:ph type="title"/>
          </p:nvPr>
        </p:nvSpPr>
        <p:spPr>
          <a:xfrm>
            <a:off x="311700" y="593366"/>
            <a:ext cx="8520600" cy="7635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2" name="Shape 22"/>
          <p:cNvSpPr txBox="1">
            <a:spLocks noGrp="1"/>
          </p:cNvSpPr>
          <p:nvPr>
            <p:ph type="body" idx="1"/>
          </p:nvPr>
        </p:nvSpPr>
        <p:spPr>
          <a:xfrm>
            <a:off x="311700" y="1536633"/>
            <a:ext cx="8520600" cy="45552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3" name="Shape 23"/>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311700" y="593366"/>
            <a:ext cx="8520600" cy="763500"/>
          </a:xfrm>
          <a:prstGeom prst="rect">
            <a:avLst/>
          </a:prstGeom>
        </p:spPr>
        <p:txBody>
          <a:bodyPr lIns="91425" tIns="91425" rIns="91425" bIns="91425" anchor="t"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26" name="Shape 26"/>
          <p:cNvSpPr txBox="1">
            <a:spLocks noGrp="1"/>
          </p:cNvSpPr>
          <p:nvPr>
            <p:ph type="body" idx="1"/>
          </p:nvPr>
        </p:nvSpPr>
        <p:spPr>
          <a:xfrm>
            <a:off x="311700" y="1536633"/>
            <a:ext cx="3999900" cy="45552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7" name="Shape 27"/>
          <p:cNvSpPr txBox="1">
            <a:spLocks noGrp="1"/>
          </p:cNvSpPr>
          <p:nvPr>
            <p:ph type="body" idx="2"/>
          </p:nvPr>
        </p:nvSpPr>
        <p:spPr>
          <a:xfrm>
            <a:off x="4832400" y="1536633"/>
            <a:ext cx="3999900" cy="4555200"/>
          </a:xfrm>
          <a:prstGeom prst="rect">
            <a:avLst/>
          </a:prstGeom>
        </p:spPr>
        <p:txBody>
          <a:bodyPr lIns="91425" tIns="91425" rIns="91425" bIns="91425" anchor="t" anchorCtr="0"/>
          <a:lstStyle>
            <a:lvl1pPr lvl="0">
              <a:spcBef>
                <a:spcPts val="0"/>
              </a:spcBef>
              <a:buSzPct val="100000"/>
              <a:defRPr sz="14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28" name="Shape 28"/>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2"/>
        <p:cNvGrpSpPr/>
        <p:nvPr/>
      </p:nvGrpSpPr>
      <p:grpSpPr>
        <a:xfrm>
          <a:off x="0" y="0"/>
          <a:ext cx="0" cy="0"/>
          <a:chOff x="0" y="0"/>
          <a:chExt cx="0" cy="0"/>
        </a:xfrm>
      </p:grpSpPr>
      <p:sp>
        <p:nvSpPr>
          <p:cNvPr id="33" name="Shape 33"/>
          <p:cNvSpPr txBox="1">
            <a:spLocks noGrp="1"/>
          </p:cNvSpPr>
          <p:nvPr>
            <p:ph type="title"/>
          </p:nvPr>
        </p:nvSpPr>
        <p:spPr>
          <a:xfrm>
            <a:off x="311700" y="740800"/>
            <a:ext cx="2808000" cy="1007700"/>
          </a:xfrm>
          <a:prstGeom prst="rect">
            <a:avLst/>
          </a:prstGeom>
        </p:spPr>
        <p:txBody>
          <a:bodyPr lIns="91425" tIns="91425" rIns="91425" bIns="91425" anchor="b" anchorCtr="0"/>
          <a:lstStyle>
            <a:lvl1pPr lvl="0">
              <a:spcBef>
                <a:spcPts val="0"/>
              </a:spcBef>
              <a:buSzPct val="100000"/>
              <a:defRPr sz="2400"/>
            </a:lvl1pPr>
            <a:lvl2pPr lvl="1">
              <a:spcBef>
                <a:spcPts val="0"/>
              </a:spcBef>
              <a:buSzPct val="100000"/>
              <a:defRPr sz="2400"/>
            </a:lvl2pPr>
            <a:lvl3pPr lvl="2">
              <a:spcBef>
                <a:spcPts val="0"/>
              </a:spcBef>
              <a:buSzPct val="100000"/>
              <a:defRPr sz="2400"/>
            </a:lvl3pPr>
            <a:lvl4pPr lvl="3">
              <a:spcBef>
                <a:spcPts val="0"/>
              </a:spcBef>
              <a:buSzPct val="100000"/>
              <a:defRPr sz="2400"/>
            </a:lvl4pPr>
            <a:lvl5pPr lvl="4">
              <a:spcBef>
                <a:spcPts val="0"/>
              </a:spcBef>
              <a:buSzPct val="100000"/>
              <a:defRPr sz="2400"/>
            </a:lvl5pPr>
            <a:lvl6pPr lvl="5">
              <a:spcBef>
                <a:spcPts val="0"/>
              </a:spcBef>
              <a:buSzPct val="100000"/>
              <a:defRPr sz="2400"/>
            </a:lvl6pPr>
            <a:lvl7pPr lvl="6">
              <a:spcBef>
                <a:spcPts val="0"/>
              </a:spcBef>
              <a:buSzPct val="100000"/>
              <a:defRPr sz="2400"/>
            </a:lvl7pPr>
            <a:lvl8pPr lvl="7">
              <a:spcBef>
                <a:spcPts val="0"/>
              </a:spcBef>
              <a:buSzPct val="100000"/>
              <a:defRPr sz="2400"/>
            </a:lvl8pPr>
            <a:lvl9pPr lvl="8">
              <a:spcBef>
                <a:spcPts val="0"/>
              </a:spcBef>
              <a:buSzPct val="100000"/>
              <a:defRPr sz="2400"/>
            </a:lvl9pPr>
          </a:lstStyle>
          <a:p>
            <a:endParaRPr/>
          </a:p>
        </p:txBody>
      </p:sp>
      <p:sp>
        <p:nvSpPr>
          <p:cNvPr id="34" name="Shape 34"/>
          <p:cNvSpPr txBox="1">
            <a:spLocks noGrp="1"/>
          </p:cNvSpPr>
          <p:nvPr>
            <p:ph type="body" idx="1"/>
          </p:nvPr>
        </p:nvSpPr>
        <p:spPr>
          <a:xfrm>
            <a:off x="311700" y="1852800"/>
            <a:ext cx="2808000" cy="4239300"/>
          </a:xfrm>
          <a:prstGeom prst="rect">
            <a:avLst/>
          </a:prstGeom>
        </p:spPr>
        <p:txBody>
          <a:bodyPr lIns="91425" tIns="91425" rIns="91425" bIns="91425" anchor="t" anchorCtr="0"/>
          <a:lstStyle>
            <a:lvl1pPr lvl="0">
              <a:spcBef>
                <a:spcPts val="0"/>
              </a:spcBef>
              <a:buSzPct val="100000"/>
              <a:defRPr sz="1200"/>
            </a:lvl1pPr>
            <a:lvl2pPr lvl="1">
              <a:spcBef>
                <a:spcPts val="0"/>
              </a:spcBef>
              <a:buSzPct val="100000"/>
              <a:defRPr sz="1200"/>
            </a:lvl2pPr>
            <a:lvl3pPr lvl="2">
              <a:spcBef>
                <a:spcPts val="0"/>
              </a:spcBef>
              <a:buSzPct val="100000"/>
              <a:defRPr sz="1200"/>
            </a:lvl3pPr>
            <a:lvl4pPr lvl="3">
              <a:spcBef>
                <a:spcPts val="0"/>
              </a:spcBef>
              <a:buSzPct val="100000"/>
              <a:defRPr sz="1200"/>
            </a:lvl4pPr>
            <a:lvl5pPr lvl="4">
              <a:spcBef>
                <a:spcPts val="0"/>
              </a:spcBef>
              <a:buSzPct val="100000"/>
              <a:defRPr sz="1200"/>
            </a:lvl5pPr>
            <a:lvl6pPr lvl="5">
              <a:spcBef>
                <a:spcPts val="0"/>
              </a:spcBef>
              <a:buSzPct val="100000"/>
              <a:defRPr sz="1200"/>
            </a:lvl6pPr>
            <a:lvl7pPr lvl="6">
              <a:spcBef>
                <a:spcPts val="0"/>
              </a:spcBef>
              <a:buSzPct val="100000"/>
              <a:defRPr sz="1200"/>
            </a:lvl7pPr>
            <a:lvl8pPr lvl="7">
              <a:spcBef>
                <a:spcPts val="0"/>
              </a:spcBef>
              <a:buSzPct val="100000"/>
              <a:defRPr sz="1200"/>
            </a:lvl8pPr>
            <a:lvl9pPr lvl="8">
              <a:spcBef>
                <a:spcPts val="0"/>
              </a:spcBef>
              <a:buSzPct val="100000"/>
              <a:defRPr sz="1200"/>
            </a:lvl9pPr>
          </a:lstStyle>
          <a:p>
            <a:endParaRPr/>
          </a:p>
        </p:txBody>
      </p:sp>
      <p:sp>
        <p:nvSpPr>
          <p:cNvPr id="35" name="Shape 35"/>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Main point">
    <p:spTree>
      <p:nvGrpSpPr>
        <p:cNvPr id="1" name="Shape 36"/>
        <p:cNvGrpSpPr/>
        <p:nvPr/>
      </p:nvGrpSpPr>
      <p:grpSpPr>
        <a:xfrm>
          <a:off x="0" y="0"/>
          <a:ext cx="0" cy="0"/>
          <a:chOff x="0" y="0"/>
          <a:chExt cx="0" cy="0"/>
        </a:xfrm>
      </p:grpSpPr>
      <p:sp>
        <p:nvSpPr>
          <p:cNvPr id="37" name="Shape 37"/>
          <p:cNvSpPr txBox="1">
            <a:spLocks noGrp="1"/>
          </p:cNvSpPr>
          <p:nvPr>
            <p:ph type="title"/>
          </p:nvPr>
        </p:nvSpPr>
        <p:spPr>
          <a:xfrm>
            <a:off x="490250" y="600200"/>
            <a:ext cx="6367800" cy="5454300"/>
          </a:xfrm>
          <a:prstGeom prst="rect">
            <a:avLst/>
          </a:prstGeom>
        </p:spPr>
        <p:txBody>
          <a:bodyPr lIns="91425" tIns="91425" rIns="91425" bIns="91425" anchor="ctr" anchorCtr="0"/>
          <a:lstStyle>
            <a:lvl1pPr lvl="0">
              <a:spcBef>
                <a:spcPts val="0"/>
              </a:spcBef>
              <a:buSzPct val="100000"/>
              <a:defRPr sz="4800"/>
            </a:lvl1pPr>
            <a:lvl2pPr lvl="1">
              <a:spcBef>
                <a:spcPts val="0"/>
              </a:spcBef>
              <a:buSzPct val="100000"/>
              <a:defRPr sz="4800"/>
            </a:lvl2pPr>
            <a:lvl3pPr lvl="2">
              <a:spcBef>
                <a:spcPts val="0"/>
              </a:spcBef>
              <a:buSzPct val="100000"/>
              <a:defRPr sz="4800"/>
            </a:lvl3pPr>
            <a:lvl4pPr lvl="3">
              <a:spcBef>
                <a:spcPts val="0"/>
              </a:spcBef>
              <a:buSzPct val="100000"/>
              <a:defRPr sz="4800"/>
            </a:lvl4pPr>
            <a:lvl5pPr lvl="4">
              <a:spcBef>
                <a:spcPts val="0"/>
              </a:spcBef>
              <a:buSzPct val="100000"/>
              <a:defRPr sz="4800"/>
            </a:lvl5pPr>
            <a:lvl6pPr lvl="5">
              <a:spcBef>
                <a:spcPts val="0"/>
              </a:spcBef>
              <a:buSzPct val="100000"/>
              <a:defRPr sz="4800"/>
            </a:lvl6pPr>
            <a:lvl7pPr lvl="6">
              <a:spcBef>
                <a:spcPts val="0"/>
              </a:spcBef>
              <a:buSzPct val="100000"/>
              <a:defRPr sz="4800"/>
            </a:lvl7pPr>
            <a:lvl8pPr lvl="7">
              <a:spcBef>
                <a:spcPts val="0"/>
              </a:spcBef>
              <a:buSzPct val="100000"/>
              <a:defRPr sz="4800"/>
            </a:lvl8pPr>
            <a:lvl9pPr lvl="8">
              <a:spcBef>
                <a:spcPts val="0"/>
              </a:spcBef>
              <a:buSzPct val="100000"/>
              <a:defRPr sz="4800"/>
            </a:lvl9pPr>
          </a:lstStyle>
          <a:p>
            <a:endParaRPr/>
          </a:p>
        </p:txBody>
      </p:sp>
      <p:sp>
        <p:nvSpPr>
          <p:cNvPr id="38" name="Shape 38"/>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39"/>
        <p:cNvGrpSpPr/>
        <p:nvPr/>
      </p:nvGrpSpPr>
      <p:grpSpPr>
        <a:xfrm>
          <a:off x="0" y="0"/>
          <a:ext cx="0" cy="0"/>
          <a:chOff x="0" y="0"/>
          <a:chExt cx="0" cy="0"/>
        </a:xfrm>
      </p:grpSpPr>
      <p:sp>
        <p:nvSpPr>
          <p:cNvPr id="40" name="Shape 40"/>
          <p:cNvSpPr/>
          <p:nvPr/>
        </p:nvSpPr>
        <p:spPr>
          <a:xfrm>
            <a:off x="4572000" y="-166"/>
            <a:ext cx="4572000" cy="6858000"/>
          </a:xfrm>
          <a:prstGeom prst="rect">
            <a:avLst/>
          </a:prstGeom>
          <a:solidFill>
            <a:schemeClr val="lt2"/>
          </a:solidFill>
          <a:ln>
            <a:noFill/>
          </a:ln>
        </p:spPr>
        <p:txBody>
          <a:bodyPr lIns="91425" tIns="91425" rIns="91425" bIns="91425" anchor="ctr" anchorCtr="0">
            <a:noAutofit/>
          </a:bodyPr>
          <a:lstStyle/>
          <a:p>
            <a:pPr lvl="0">
              <a:spcBef>
                <a:spcPts val="0"/>
              </a:spcBef>
              <a:buNone/>
            </a:pPr>
            <a:endParaRPr/>
          </a:p>
        </p:txBody>
      </p:sp>
      <p:sp>
        <p:nvSpPr>
          <p:cNvPr id="41" name="Shape 41"/>
          <p:cNvSpPr txBox="1">
            <a:spLocks noGrp="1"/>
          </p:cNvSpPr>
          <p:nvPr>
            <p:ph type="title"/>
          </p:nvPr>
        </p:nvSpPr>
        <p:spPr>
          <a:xfrm>
            <a:off x="265500" y="1644233"/>
            <a:ext cx="4045200" cy="1976400"/>
          </a:xfrm>
          <a:prstGeom prst="rect">
            <a:avLst/>
          </a:prstGeom>
        </p:spPr>
        <p:txBody>
          <a:bodyPr lIns="91425" tIns="91425" rIns="91425" bIns="91425" anchor="b" anchorCtr="0"/>
          <a:lstStyle>
            <a:lvl1pPr lvl="0" algn="ctr">
              <a:spcBef>
                <a:spcPts val="0"/>
              </a:spcBef>
              <a:buSzPct val="100000"/>
              <a:defRPr sz="4200"/>
            </a:lvl1pPr>
            <a:lvl2pPr lvl="1" algn="ctr">
              <a:spcBef>
                <a:spcPts val="0"/>
              </a:spcBef>
              <a:buSzPct val="100000"/>
              <a:defRPr sz="4200"/>
            </a:lvl2pPr>
            <a:lvl3pPr lvl="2" algn="ctr">
              <a:spcBef>
                <a:spcPts val="0"/>
              </a:spcBef>
              <a:buSzPct val="100000"/>
              <a:defRPr sz="4200"/>
            </a:lvl3pPr>
            <a:lvl4pPr lvl="3" algn="ctr">
              <a:spcBef>
                <a:spcPts val="0"/>
              </a:spcBef>
              <a:buSzPct val="100000"/>
              <a:defRPr sz="4200"/>
            </a:lvl4pPr>
            <a:lvl5pPr lvl="4" algn="ctr">
              <a:spcBef>
                <a:spcPts val="0"/>
              </a:spcBef>
              <a:buSzPct val="100000"/>
              <a:defRPr sz="4200"/>
            </a:lvl5pPr>
            <a:lvl6pPr lvl="5" algn="ctr">
              <a:spcBef>
                <a:spcPts val="0"/>
              </a:spcBef>
              <a:buSzPct val="100000"/>
              <a:defRPr sz="4200"/>
            </a:lvl6pPr>
            <a:lvl7pPr lvl="6" algn="ctr">
              <a:spcBef>
                <a:spcPts val="0"/>
              </a:spcBef>
              <a:buSzPct val="100000"/>
              <a:defRPr sz="4200"/>
            </a:lvl7pPr>
            <a:lvl8pPr lvl="7" algn="ctr">
              <a:spcBef>
                <a:spcPts val="0"/>
              </a:spcBef>
              <a:buSzPct val="100000"/>
              <a:defRPr sz="4200"/>
            </a:lvl8pPr>
            <a:lvl9pPr lvl="8" algn="ctr">
              <a:spcBef>
                <a:spcPts val="0"/>
              </a:spcBef>
              <a:buSzPct val="100000"/>
              <a:defRPr sz="4200"/>
            </a:lvl9pPr>
          </a:lstStyle>
          <a:p>
            <a:endParaRPr/>
          </a:p>
        </p:txBody>
      </p:sp>
      <p:sp>
        <p:nvSpPr>
          <p:cNvPr id="42" name="Shape 42"/>
          <p:cNvSpPr txBox="1">
            <a:spLocks noGrp="1"/>
          </p:cNvSpPr>
          <p:nvPr>
            <p:ph type="subTitle" idx="1"/>
          </p:nvPr>
        </p:nvSpPr>
        <p:spPr>
          <a:xfrm>
            <a:off x="265500" y="3737433"/>
            <a:ext cx="4045200" cy="1646700"/>
          </a:xfrm>
          <a:prstGeom prst="rect">
            <a:avLst/>
          </a:prstGeom>
        </p:spPr>
        <p:txBody>
          <a:bodyPr lIns="91425" tIns="91425" rIns="91425" bIns="91425" anchor="t" anchorCtr="0"/>
          <a:lstStyle>
            <a:lvl1pPr lvl="0" algn="ctr">
              <a:lnSpc>
                <a:spcPct val="100000"/>
              </a:lnSpc>
              <a:spcBef>
                <a:spcPts val="0"/>
              </a:spcBef>
              <a:spcAft>
                <a:spcPts val="0"/>
              </a:spcAft>
              <a:buSzPct val="100000"/>
              <a:buNone/>
              <a:defRPr sz="2100"/>
            </a:lvl1pPr>
            <a:lvl2pPr lvl="1" algn="ctr">
              <a:lnSpc>
                <a:spcPct val="100000"/>
              </a:lnSpc>
              <a:spcBef>
                <a:spcPts val="0"/>
              </a:spcBef>
              <a:spcAft>
                <a:spcPts val="0"/>
              </a:spcAft>
              <a:buSzPct val="100000"/>
              <a:buNone/>
              <a:defRPr sz="2100"/>
            </a:lvl2pPr>
            <a:lvl3pPr lvl="2" algn="ctr">
              <a:lnSpc>
                <a:spcPct val="100000"/>
              </a:lnSpc>
              <a:spcBef>
                <a:spcPts val="0"/>
              </a:spcBef>
              <a:spcAft>
                <a:spcPts val="0"/>
              </a:spcAft>
              <a:buSzPct val="100000"/>
              <a:buNone/>
              <a:defRPr sz="2100"/>
            </a:lvl3pPr>
            <a:lvl4pPr lvl="3" algn="ctr">
              <a:lnSpc>
                <a:spcPct val="100000"/>
              </a:lnSpc>
              <a:spcBef>
                <a:spcPts val="0"/>
              </a:spcBef>
              <a:spcAft>
                <a:spcPts val="0"/>
              </a:spcAft>
              <a:buSzPct val="100000"/>
              <a:buNone/>
              <a:defRPr sz="2100"/>
            </a:lvl4pPr>
            <a:lvl5pPr lvl="4" algn="ctr">
              <a:lnSpc>
                <a:spcPct val="100000"/>
              </a:lnSpc>
              <a:spcBef>
                <a:spcPts val="0"/>
              </a:spcBef>
              <a:spcAft>
                <a:spcPts val="0"/>
              </a:spcAft>
              <a:buSzPct val="100000"/>
              <a:buNone/>
              <a:defRPr sz="2100"/>
            </a:lvl5pPr>
            <a:lvl6pPr lvl="5" algn="ctr">
              <a:lnSpc>
                <a:spcPct val="100000"/>
              </a:lnSpc>
              <a:spcBef>
                <a:spcPts val="0"/>
              </a:spcBef>
              <a:spcAft>
                <a:spcPts val="0"/>
              </a:spcAft>
              <a:buSzPct val="100000"/>
              <a:buNone/>
              <a:defRPr sz="2100"/>
            </a:lvl6pPr>
            <a:lvl7pPr lvl="6" algn="ctr">
              <a:lnSpc>
                <a:spcPct val="100000"/>
              </a:lnSpc>
              <a:spcBef>
                <a:spcPts val="0"/>
              </a:spcBef>
              <a:spcAft>
                <a:spcPts val="0"/>
              </a:spcAft>
              <a:buSzPct val="100000"/>
              <a:buNone/>
              <a:defRPr sz="2100"/>
            </a:lvl7pPr>
            <a:lvl8pPr lvl="7" algn="ctr">
              <a:lnSpc>
                <a:spcPct val="100000"/>
              </a:lnSpc>
              <a:spcBef>
                <a:spcPts val="0"/>
              </a:spcBef>
              <a:spcAft>
                <a:spcPts val="0"/>
              </a:spcAft>
              <a:buSzPct val="100000"/>
              <a:buNone/>
              <a:defRPr sz="2100"/>
            </a:lvl8pPr>
            <a:lvl9pPr lvl="8" algn="ctr">
              <a:lnSpc>
                <a:spcPct val="100000"/>
              </a:lnSpc>
              <a:spcBef>
                <a:spcPts val="0"/>
              </a:spcBef>
              <a:spcAft>
                <a:spcPts val="0"/>
              </a:spcAft>
              <a:buSzPct val="100000"/>
              <a:buNone/>
              <a:defRPr sz="2100"/>
            </a:lvl9pPr>
          </a:lstStyle>
          <a:p>
            <a:endParaRPr/>
          </a:p>
        </p:txBody>
      </p:sp>
      <p:sp>
        <p:nvSpPr>
          <p:cNvPr id="43" name="Shape 43"/>
          <p:cNvSpPr txBox="1">
            <a:spLocks noGrp="1"/>
          </p:cNvSpPr>
          <p:nvPr>
            <p:ph type="body" idx="2"/>
          </p:nvPr>
        </p:nvSpPr>
        <p:spPr>
          <a:xfrm>
            <a:off x="4939500" y="965433"/>
            <a:ext cx="3837000" cy="4926900"/>
          </a:xfrm>
          <a:prstGeom prst="rect">
            <a:avLst/>
          </a:prstGeom>
        </p:spPr>
        <p:txBody>
          <a:bodyPr lIns="91425" tIns="91425" rIns="91425" bIns="91425" anchor="ctr" anchorCtr="0"/>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a:endParaRPr/>
          </a:p>
        </p:txBody>
      </p:sp>
      <p:sp>
        <p:nvSpPr>
          <p:cNvPr id="44" name="Shape 44"/>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aption">
    <p:spTree>
      <p:nvGrpSpPr>
        <p:cNvPr id="1" name="Shape 45"/>
        <p:cNvGrpSpPr/>
        <p:nvPr/>
      </p:nvGrpSpPr>
      <p:grpSpPr>
        <a:xfrm>
          <a:off x="0" y="0"/>
          <a:ext cx="0" cy="0"/>
          <a:chOff x="0" y="0"/>
          <a:chExt cx="0" cy="0"/>
        </a:xfrm>
      </p:grpSpPr>
      <p:sp>
        <p:nvSpPr>
          <p:cNvPr id="46" name="Shape 46"/>
          <p:cNvSpPr txBox="1">
            <a:spLocks noGrp="1"/>
          </p:cNvSpPr>
          <p:nvPr>
            <p:ph type="body" idx="1"/>
          </p:nvPr>
        </p:nvSpPr>
        <p:spPr>
          <a:xfrm>
            <a:off x="311700" y="5640766"/>
            <a:ext cx="5998800" cy="806700"/>
          </a:xfrm>
          <a:prstGeom prst="rect">
            <a:avLst/>
          </a:prstGeom>
        </p:spPr>
        <p:txBody>
          <a:bodyPr lIns="91425" tIns="91425" rIns="91425" bIns="91425" anchor="ctr" anchorCtr="0"/>
          <a:lstStyle>
            <a:lvl1pPr lvl="0">
              <a:lnSpc>
                <a:spcPct val="100000"/>
              </a:lnSpc>
              <a:spcBef>
                <a:spcPts val="0"/>
              </a:spcBef>
              <a:spcAft>
                <a:spcPts val="0"/>
              </a:spcAft>
              <a:buNone/>
              <a:defRPr/>
            </a:lvl1pPr>
          </a:lstStyle>
          <a:p>
            <a:endParaRPr/>
          </a:p>
        </p:txBody>
      </p:sp>
      <p:sp>
        <p:nvSpPr>
          <p:cNvPr id="47" name="Shape 47"/>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Big number">
    <p:spTree>
      <p:nvGrpSpPr>
        <p:cNvPr id="1" name="Shape 48"/>
        <p:cNvGrpSpPr/>
        <p:nvPr/>
      </p:nvGrpSpPr>
      <p:grpSpPr>
        <a:xfrm>
          <a:off x="0" y="0"/>
          <a:ext cx="0" cy="0"/>
          <a:chOff x="0" y="0"/>
          <a:chExt cx="0" cy="0"/>
        </a:xfrm>
      </p:grpSpPr>
      <p:sp>
        <p:nvSpPr>
          <p:cNvPr id="49" name="Shape 49"/>
          <p:cNvSpPr txBox="1">
            <a:spLocks noGrp="1"/>
          </p:cNvSpPr>
          <p:nvPr>
            <p:ph type="title"/>
          </p:nvPr>
        </p:nvSpPr>
        <p:spPr>
          <a:xfrm>
            <a:off x="311700" y="1474833"/>
            <a:ext cx="8520600" cy="2618100"/>
          </a:xfrm>
          <a:prstGeom prst="rect">
            <a:avLst/>
          </a:prstGeom>
        </p:spPr>
        <p:txBody>
          <a:bodyPr lIns="91425" tIns="91425" rIns="91425" bIns="91425" anchor="b" anchorCtr="0"/>
          <a:lstStyle>
            <a:lvl1pPr lvl="0" algn="ctr">
              <a:spcBef>
                <a:spcPts val="0"/>
              </a:spcBef>
              <a:buSzPct val="100000"/>
              <a:defRPr sz="12000"/>
            </a:lvl1pPr>
            <a:lvl2pPr lvl="1" algn="ctr">
              <a:spcBef>
                <a:spcPts val="0"/>
              </a:spcBef>
              <a:buSzPct val="100000"/>
              <a:defRPr sz="12000"/>
            </a:lvl2pPr>
            <a:lvl3pPr lvl="2" algn="ctr">
              <a:spcBef>
                <a:spcPts val="0"/>
              </a:spcBef>
              <a:buSzPct val="100000"/>
              <a:defRPr sz="12000"/>
            </a:lvl3pPr>
            <a:lvl4pPr lvl="3" algn="ctr">
              <a:spcBef>
                <a:spcPts val="0"/>
              </a:spcBef>
              <a:buSzPct val="100000"/>
              <a:defRPr sz="12000"/>
            </a:lvl4pPr>
            <a:lvl5pPr lvl="4" algn="ctr">
              <a:spcBef>
                <a:spcPts val="0"/>
              </a:spcBef>
              <a:buSzPct val="100000"/>
              <a:defRPr sz="12000"/>
            </a:lvl5pPr>
            <a:lvl6pPr lvl="5" algn="ctr">
              <a:spcBef>
                <a:spcPts val="0"/>
              </a:spcBef>
              <a:buSzPct val="100000"/>
              <a:defRPr sz="12000"/>
            </a:lvl6pPr>
            <a:lvl7pPr lvl="6" algn="ctr">
              <a:spcBef>
                <a:spcPts val="0"/>
              </a:spcBef>
              <a:buSzPct val="100000"/>
              <a:defRPr sz="12000"/>
            </a:lvl7pPr>
            <a:lvl8pPr lvl="7" algn="ctr">
              <a:spcBef>
                <a:spcPts val="0"/>
              </a:spcBef>
              <a:buSzPct val="100000"/>
              <a:defRPr sz="12000"/>
            </a:lvl8pPr>
            <a:lvl9pPr lvl="8" algn="ctr">
              <a:spcBef>
                <a:spcPts val="0"/>
              </a:spcBef>
              <a:buSzPct val="100000"/>
              <a:defRPr sz="12000"/>
            </a:lvl9pPr>
          </a:lstStyle>
          <a:p>
            <a:endParaRPr/>
          </a:p>
        </p:txBody>
      </p:sp>
      <p:sp>
        <p:nvSpPr>
          <p:cNvPr id="50" name="Shape 50"/>
          <p:cNvSpPr txBox="1">
            <a:spLocks noGrp="1"/>
          </p:cNvSpPr>
          <p:nvPr>
            <p:ph type="body" idx="1"/>
          </p:nvPr>
        </p:nvSpPr>
        <p:spPr>
          <a:xfrm>
            <a:off x="311700" y="4202966"/>
            <a:ext cx="8520600" cy="1734300"/>
          </a:xfrm>
          <a:prstGeom prst="rect">
            <a:avLst/>
          </a:prstGeom>
        </p:spPr>
        <p:txBody>
          <a:bodyPr lIns="91425" tIns="91425" rIns="91425" bIns="91425" anchor="t" anchorCtr="0"/>
          <a:lstStyle>
            <a:lvl1pPr lvl="0" algn="ctr">
              <a:spcBef>
                <a:spcPts val="0"/>
              </a:spcBef>
              <a:defRPr/>
            </a:lvl1pPr>
            <a:lvl2pPr lvl="1" algn="ctr">
              <a:spcBef>
                <a:spcPts val="0"/>
              </a:spcBef>
              <a:defRPr/>
            </a:lvl2pPr>
            <a:lvl3pPr lvl="2" algn="ctr">
              <a:spcBef>
                <a:spcPts val="0"/>
              </a:spcBef>
              <a:defRPr/>
            </a:lvl3pPr>
            <a:lvl4pPr lvl="3" algn="ctr">
              <a:spcBef>
                <a:spcPts val="0"/>
              </a:spcBef>
              <a:defRPr/>
            </a:lvl4pPr>
            <a:lvl5pPr lvl="4" algn="ctr">
              <a:spcBef>
                <a:spcPts val="0"/>
              </a:spcBef>
              <a:defRPr/>
            </a:lvl5pPr>
            <a:lvl6pPr lvl="5" algn="ctr">
              <a:spcBef>
                <a:spcPts val="0"/>
              </a:spcBef>
              <a:defRPr/>
            </a:lvl6pPr>
            <a:lvl7pPr lvl="6" algn="ctr">
              <a:spcBef>
                <a:spcPts val="0"/>
              </a:spcBef>
              <a:defRPr/>
            </a:lvl7pPr>
            <a:lvl8pPr lvl="7" algn="ctr">
              <a:spcBef>
                <a:spcPts val="0"/>
              </a:spcBef>
              <a:defRPr/>
            </a:lvl8pPr>
            <a:lvl9pPr lvl="8" algn="ctr">
              <a:spcBef>
                <a:spcPts val="0"/>
              </a:spcBef>
              <a:defRPr/>
            </a:lvl9pPr>
          </a:lstStyle>
          <a:p>
            <a:endParaRPr/>
          </a:p>
        </p:txBody>
      </p:sp>
      <p:sp>
        <p:nvSpPr>
          <p:cNvPr id="51" name="Shape 51"/>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52"/>
        <p:cNvGrpSpPr/>
        <p:nvPr/>
      </p:nvGrpSpPr>
      <p:grpSpPr>
        <a:xfrm>
          <a:off x="0" y="0"/>
          <a:ext cx="0" cy="0"/>
          <a:chOff x="0" y="0"/>
          <a:chExt cx="0" cy="0"/>
        </a:xfrm>
      </p:grpSpPr>
      <p:sp>
        <p:nvSpPr>
          <p:cNvPr id="53" name="Shape 53"/>
          <p:cNvSpPr txBox="1">
            <a:spLocks noGrp="1"/>
          </p:cNvSpPr>
          <p:nvPr>
            <p:ph type="sldNum" idx="12"/>
          </p:nvPr>
        </p:nvSpPr>
        <p:spPr>
          <a:xfrm>
            <a:off x="8472457" y="6217622"/>
            <a:ext cx="548700" cy="524700"/>
          </a:xfrm>
          <a:prstGeom prst="rect">
            <a:avLst/>
          </a:prstGeom>
        </p:spPr>
        <p:txBody>
          <a:bodyPr lIns="91425" tIns="91425" rIns="91425" bIns="91425" anchor="ctr" anchorCtr="0">
            <a:noAutofit/>
          </a:bodyPr>
          <a:lstStyle/>
          <a:p>
            <a:pPr lvl="0">
              <a:spcBef>
                <a:spcPts val="0"/>
              </a:spcBef>
              <a:buNone/>
            </a:pPr>
            <a:fld id="{00000000-1234-1234-1234-123412341234}" type="slidenum">
              <a:rPr lang="es-AR"/>
              <a:t>‹#›</a:t>
            </a:fld>
            <a:endParaRPr lang="es-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Shape 54"/>
        <p:cNvGrpSpPr/>
        <p:nvPr/>
      </p:nvGrpSpPr>
      <p:grpSpPr>
        <a:xfrm>
          <a:off x="0" y="0"/>
          <a:ext cx="0" cy="0"/>
          <a:chOff x="0" y="0"/>
          <a:chExt cx="0" cy="0"/>
        </a:xfrm>
      </p:grpSpPr>
      <p:sp>
        <p:nvSpPr>
          <p:cNvPr id="55" name="Shape 55"/>
          <p:cNvSpPr txBox="1">
            <a:spLocks noGrp="1"/>
          </p:cNvSpPr>
          <p:nvPr>
            <p:ph type="title"/>
          </p:nvPr>
        </p:nvSpPr>
        <p:spPr>
          <a:xfrm>
            <a:off x="1945200" y="624110"/>
            <a:ext cx="6589200" cy="1281000"/>
          </a:xfrm>
          <a:prstGeom prst="rect">
            <a:avLst/>
          </a:prstGeom>
          <a:noFill/>
          <a:ln>
            <a:noFill/>
          </a:ln>
        </p:spPr>
        <p:txBody>
          <a:bodyPr lIns="91425" tIns="91425" rIns="91425" bIns="91425" anchor="t" anchorCtr="0"/>
          <a:lstStyle>
            <a:lvl1pPr marL="0" marR="0" lvl="0" indent="0" algn="l" rtl="0">
              <a:spcBef>
                <a:spcPts val="0"/>
              </a:spcBef>
              <a:buClr>
                <a:srgbClr val="262626"/>
              </a:buClr>
              <a:buFont typeface="Questrial"/>
              <a:buNone/>
              <a:defRPr sz="3600" b="0" i="0" u="none" strike="noStrike" cap="none">
                <a:solidFill>
                  <a:srgbClr val="262626"/>
                </a:solidFill>
                <a:latin typeface="Questrial"/>
                <a:ea typeface="Questrial"/>
                <a:cs typeface="Questrial"/>
                <a:sym typeface="Questrial"/>
              </a:defRPr>
            </a:lvl1pPr>
            <a:lvl2pPr marL="0" marR="0" lvl="1" indent="0" algn="l" rtl="0">
              <a:spcBef>
                <a:spcPts val="0"/>
              </a:spcBef>
              <a:buNone/>
              <a:defRPr sz="1800" b="0" i="0" u="none" strike="noStrike" cap="none">
                <a:solidFill>
                  <a:schemeClr val="dk2"/>
                </a:solidFill>
              </a:defRPr>
            </a:lvl2pPr>
            <a:lvl3pPr marL="0" marR="0" lvl="2" indent="0" algn="l" rtl="0">
              <a:spcBef>
                <a:spcPts val="0"/>
              </a:spcBef>
              <a:buNone/>
              <a:defRPr sz="1800" b="0" i="0" u="none" strike="noStrike" cap="none">
                <a:solidFill>
                  <a:schemeClr val="dk2"/>
                </a:solidFill>
              </a:defRPr>
            </a:lvl3pPr>
            <a:lvl4pPr marL="0" marR="0" lvl="3" indent="0" algn="l" rtl="0">
              <a:spcBef>
                <a:spcPts val="0"/>
              </a:spcBef>
              <a:buNone/>
              <a:defRPr sz="1800" b="0" i="0" u="none" strike="noStrike" cap="none">
                <a:solidFill>
                  <a:schemeClr val="dk2"/>
                </a:solidFill>
              </a:defRPr>
            </a:lvl4pPr>
            <a:lvl5pPr marL="0" marR="0" lvl="4" indent="0" algn="l" rtl="0">
              <a:spcBef>
                <a:spcPts val="0"/>
              </a:spcBef>
              <a:buNone/>
              <a:defRPr sz="1800" b="0" i="0" u="none" strike="noStrike" cap="none">
                <a:solidFill>
                  <a:schemeClr val="dk2"/>
                </a:solidFill>
              </a:defRPr>
            </a:lvl5pPr>
            <a:lvl6pPr marL="0" marR="0" lvl="5" indent="0" algn="l" rtl="0">
              <a:spcBef>
                <a:spcPts val="0"/>
              </a:spcBef>
              <a:buNone/>
              <a:defRPr sz="1800" b="0" i="0" u="none" strike="noStrike" cap="none">
                <a:solidFill>
                  <a:schemeClr val="dk2"/>
                </a:solidFill>
              </a:defRPr>
            </a:lvl6pPr>
            <a:lvl7pPr marL="0" marR="0" lvl="6" indent="0" algn="l" rtl="0">
              <a:spcBef>
                <a:spcPts val="0"/>
              </a:spcBef>
              <a:buNone/>
              <a:defRPr sz="1800" b="0" i="0" u="none" strike="noStrike" cap="none">
                <a:solidFill>
                  <a:schemeClr val="dk2"/>
                </a:solidFill>
              </a:defRPr>
            </a:lvl7pPr>
            <a:lvl8pPr marL="0" marR="0" lvl="7" indent="0" algn="l" rtl="0">
              <a:spcBef>
                <a:spcPts val="0"/>
              </a:spcBef>
              <a:buNone/>
              <a:defRPr sz="1800" b="0" i="0" u="none" strike="noStrike" cap="none">
                <a:solidFill>
                  <a:schemeClr val="dk2"/>
                </a:solidFill>
              </a:defRPr>
            </a:lvl8pPr>
            <a:lvl9pPr marL="0" marR="0" lvl="8" indent="0" algn="l" rtl="0">
              <a:spcBef>
                <a:spcPts val="0"/>
              </a:spcBef>
              <a:buNone/>
              <a:defRPr sz="1800" b="0" i="0" u="none" strike="noStrike" cap="none">
                <a:solidFill>
                  <a:schemeClr val="dk2"/>
                </a:solidFill>
              </a:defRPr>
            </a:lvl9pPr>
          </a:lstStyle>
          <a:p>
            <a:endParaRPr/>
          </a:p>
        </p:txBody>
      </p:sp>
      <p:sp>
        <p:nvSpPr>
          <p:cNvPr id="56" name="Shape 56"/>
          <p:cNvSpPr txBox="1">
            <a:spLocks noGrp="1"/>
          </p:cNvSpPr>
          <p:nvPr>
            <p:ph type="body" idx="1"/>
          </p:nvPr>
        </p:nvSpPr>
        <p:spPr>
          <a:xfrm>
            <a:off x="1942415" y="2133600"/>
            <a:ext cx="6591900" cy="3777600"/>
          </a:xfrm>
          <a:prstGeom prst="rect">
            <a:avLst/>
          </a:prstGeom>
          <a:noFill/>
          <a:ln>
            <a:noFill/>
          </a:ln>
        </p:spPr>
        <p:txBody>
          <a:bodyPr lIns="91425" tIns="91425" rIns="91425" bIns="91425" anchor="t" anchorCtr="0"/>
          <a:lstStyle>
            <a:lvl1pPr marL="342900" marR="0" lvl="0" indent="-228600" algn="l" rtl="0">
              <a:spcBef>
                <a:spcPts val="1000"/>
              </a:spcBef>
              <a:spcAft>
                <a:spcPts val="0"/>
              </a:spcAft>
              <a:buClr>
                <a:schemeClr val="accent1"/>
              </a:buClr>
              <a:buSzPct val="100000"/>
              <a:buFont typeface="Noto Sans Symbols"/>
              <a:buChar char="●"/>
              <a:defRPr sz="1800" b="0" i="0" u="none" strike="noStrike" cap="none">
                <a:solidFill>
                  <a:srgbClr val="3F3F3F"/>
                </a:solidFill>
                <a:latin typeface="Questrial"/>
                <a:ea typeface="Questrial"/>
                <a:cs typeface="Questrial"/>
                <a:sym typeface="Questrial"/>
              </a:defRPr>
            </a:lvl1pPr>
            <a:lvl2pPr marL="742950" marR="0" lvl="1" indent="-184150" algn="l" rtl="0">
              <a:spcBef>
                <a:spcPts val="1000"/>
              </a:spcBef>
              <a:spcAft>
                <a:spcPts val="0"/>
              </a:spcAft>
              <a:buClr>
                <a:schemeClr val="accent1"/>
              </a:buClr>
              <a:buSzPct val="100000"/>
              <a:buFont typeface="Noto Sans Symbols"/>
              <a:buChar char="●"/>
              <a:defRPr sz="1600" b="0" i="0" u="none" strike="noStrike" cap="none">
                <a:solidFill>
                  <a:srgbClr val="3F3F3F"/>
                </a:solidFill>
                <a:latin typeface="Questrial"/>
                <a:ea typeface="Questrial"/>
                <a:cs typeface="Questrial"/>
                <a:sym typeface="Questrial"/>
              </a:defRPr>
            </a:lvl2pPr>
            <a:lvl3pPr marL="1143000" marR="0" lvl="2" indent="-139700" algn="l" rtl="0">
              <a:spcBef>
                <a:spcPts val="1000"/>
              </a:spcBef>
              <a:spcAft>
                <a:spcPts val="0"/>
              </a:spcAft>
              <a:buClr>
                <a:schemeClr val="accent1"/>
              </a:buClr>
              <a:buSzPct val="100000"/>
              <a:buFont typeface="Noto Sans Symbols"/>
              <a:buChar char="●"/>
              <a:defRPr sz="1400" b="0" i="0" u="none" strike="noStrike" cap="none">
                <a:solidFill>
                  <a:srgbClr val="3F3F3F"/>
                </a:solidFill>
                <a:latin typeface="Questrial"/>
                <a:ea typeface="Questrial"/>
                <a:cs typeface="Questrial"/>
                <a:sym typeface="Questrial"/>
              </a:defRPr>
            </a:lvl3pPr>
            <a:lvl4pPr marL="1600200" marR="0" lvl="3" indent="-152400" algn="l" rtl="0">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4pPr>
            <a:lvl5pPr marL="2057400" marR="0" lvl="4" indent="-152400" algn="l" rtl="0">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5pPr>
            <a:lvl6pPr marL="2514600" marR="0" lvl="5" indent="-152400" algn="l" rtl="0">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6pPr>
            <a:lvl7pPr marL="2971800" marR="0" lvl="6" indent="-152400" algn="l" rtl="0">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7pPr>
            <a:lvl8pPr marL="3429000" marR="0" lvl="7" indent="-152400" algn="l" rtl="0">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8pPr>
            <a:lvl9pPr marL="3886200" marR="0" lvl="8" indent="-152400" algn="l" rtl="0">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9pPr>
          </a:lstStyle>
          <a:p>
            <a:endParaRPr/>
          </a:p>
        </p:txBody>
      </p:sp>
      <p:sp>
        <p:nvSpPr>
          <p:cNvPr id="57" name="Shape 57"/>
          <p:cNvSpPr txBox="1">
            <a:spLocks noGrp="1"/>
          </p:cNvSpPr>
          <p:nvPr>
            <p:ph type="dt" idx="10"/>
          </p:nvPr>
        </p:nvSpPr>
        <p:spPr>
          <a:xfrm>
            <a:off x="7772400" y="6135089"/>
            <a:ext cx="766500" cy="370200"/>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888888"/>
                </a:solidFill>
                <a:latin typeface="Questrial"/>
                <a:ea typeface="Questrial"/>
                <a:cs typeface="Questrial"/>
                <a:sym typeface="Questrial"/>
              </a:defRPr>
            </a:lvl1pPr>
            <a:lvl2pPr marL="457200" marR="0" lvl="1" indent="0" algn="l" rtl="0">
              <a:spcBef>
                <a:spcPts val="0"/>
              </a:spcBef>
              <a:buNone/>
              <a:defRPr sz="1800" b="0" i="0" u="none" strike="noStrike" cap="none">
                <a:solidFill>
                  <a:schemeClr val="dk1"/>
                </a:solidFill>
                <a:latin typeface="Questrial"/>
                <a:ea typeface="Questrial"/>
                <a:cs typeface="Questrial"/>
                <a:sym typeface="Questrial"/>
              </a:defRPr>
            </a:lvl2pPr>
            <a:lvl3pPr marL="914400" marR="0" lvl="2" indent="0" algn="l" rtl="0">
              <a:spcBef>
                <a:spcPts val="0"/>
              </a:spcBef>
              <a:buNone/>
              <a:defRPr sz="1800" b="0" i="0" u="none" strike="noStrike" cap="none">
                <a:solidFill>
                  <a:schemeClr val="dk1"/>
                </a:solidFill>
                <a:latin typeface="Questrial"/>
                <a:ea typeface="Questrial"/>
                <a:cs typeface="Questrial"/>
                <a:sym typeface="Questrial"/>
              </a:defRPr>
            </a:lvl3pPr>
            <a:lvl4pPr marL="1371600" marR="0" lvl="3" indent="0" algn="l" rtl="0">
              <a:spcBef>
                <a:spcPts val="0"/>
              </a:spcBef>
              <a:buNone/>
              <a:defRPr sz="1800" b="0" i="0" u="none" strike="noStrike" cap="none">
                <a:solidFill>
                  <a:schemeClr val="dk1"/>
                </a:solidFill>
                <a:latin typeface="Questrial"/>
                <a:ea typeface="Questrial"/>
                <a:cs typeface="Questrial"/>
                <a:sym typeface="Questrial"/>
              </a:defRPr>
            </a:lvl4pPr>
            <a:lvl5pPr marL="1828800" marR="0" lvl="4" indent="0" algn="l" rtl="0">
              <a:spcBef>
                <a:spcPts val="0"/>
              </a:spcBef>
              <a:buNone/>
              <a:defRPr sz="1800" b="0" i="0" u="none" strike="noStrike" cap="none">
                <a:solidFill>
                  <a:schemeClr val="dk1"/>
                </a:solidFill>
                <a:latin typeface="Questrial"/>
                <a:ea typeface="Questrial"/>
                <a:cs typeface="Questrial"/>
                <a:sym typeface="Questrial"/>
              </a:defRPr>
            </a:lvl5pPr>
            <a:lvl6pPr marL="2286000" marR="0" lvl="5" indent="0" algn="l" rtl="0">
              <a:spcBef>
                <a:spcPts val="0"/>
              </a:spcBef>
              <a:buNone/>
              <a:defRPr sz="1800" b="0" i="0" u="none" strike="noStrike" cap="none">
                <a:solidFill>
                  <a:schemeClr val="dk1"/>
                </a:solidFill>
                <a:latin typeface="Questrial"/>
                <a:ea typeface="Questrial"/>
                <a:cs typeface="Questrial"/>
                <a:sym typeface="Questrial"/>
              </a:defRPr>
            </a:lvl6pPr>
            <a:lvl7pPr marL="2743200" marR="0" lvl="6" indent="0" algn="l" rtl="0">
              <a:spcBef>
                <a:spcPts val="0"/>
              </a:spcBef>
              <a:buNone/>
              <a:defRPr sz="1800" b="0" i="0" u="none" strike="noStrike" cap="none">
                <a:solidFill>
                  <a:schemeClr val="dk1"/>
                </a:solidFill>
                <a:latin typeface="Questrial"/>
                <a:ea typeface="Questrial"/>
                <a:cs typeface="Questrial"/>
                <a:sym typeface="Questrial"/>
              </a:defRPr>
            </a:lvl7pPr>
            <a:lvl8pPr marL="3200400" marR="0" lvl="7" indent="0" algn="l" rtl="0">
              <a:spcBef>
                <a:spcPts val="0"/>
              </a:spcBef>
              <a:buNone/>
              <a:defRPr sz="1800" b="0" i="0" u="none" strike="noStrike" cap="none">
                <a:solidFill>
                  <a:schemeClr val="dk1"/>
                </a:solidFill>
                <a:latin typeface="Questrial"/>
                <a:ea typeface="Questrial"/>
                <a:cs typeface="Questrial"/>
                <a:sym typeface="Questrial"/>
              </a:defRPr>
            </a:lvl8pPr>
            <a:lvl9pPr marL="3657600" marR="0" lvl="8" indent="0" algn="l" rtl="0">
              <a:spcBef>
                <a:spcPts val="0"/>
              </a:spcBef>
              <a:buNone/>
              <a:defRPr sz="1800" b="0" i="0" u="none" strike="noStrike" cap="none">
                <a:solidFill>
                  <a:schemeClr val="dk1"/>
                </a:solidFill>
                <a:latin typeface="Questrial"/>
                <a:ea typeface="Questrial"/>
                <a:cs typeface="Questrial"/>
                <a:sym typeface="Questrial"/>
              </a:defRPr>
            </a:lvl9pPr>
          </a:lstStyle>
          <a:p>
            <a:endParaRPr/>
          </a:p>
        </p:txBody>
      </p:sp>
      <p:sp>
        <p:nvSpPr>
          <p:cNvPr id="58" name="Shape 58"/>
          <p:cNvSpPr txBox="1">
            <a:spLocks noGrp="1"/>
          </p:cNvSpPr>
          <p:nvPr>
            <p:ph type="ftr" idx="11"/>
          </p:nvPr>
        </p:nvSpPr>
        <p:spPr>
          <a:xfrm>
            <a:off x="1942415" y="6135808"/>
            <a:ext cx="5716500" cy="365100"/>
          </a:xfrm>
          <a:prstGeom prst="rect">
            <a:avLst/>
          </a:prstGeom>
          <a:noFill/>
          <a:ln>
            <a:noFill/>
          </a:ln>
        </p:spPr>
        <p:txBody>
          <a:bodyPr lIns="91425" tIns="91425" rIns="91425" bIns="91425" anchor="ctr" anchorCtr="0"/>
          <a:lstStyle>
            <a:lvl1pPr marL="0" marR="0" lvl="0" indent="0" algn="l" rtl="0">
              <a:spcBef>
                <a:spcPts val="0"/>
              </a:spcBef>
              <a:buNone/>
              <a:defRPr sz="900" b="0" i="0" u="none" strike="noStrike" cap="none">
                <a:solidFill>
                  <a:srgbClr val="888888"/>
                </a:solidFill>
                <a:latin typeface="Questrial"/>
                <a:ea typeface="Questrial"/>
                <a:cs typeface="Questrial"/>
                <a:sym typeface="Questrial"/>
              </a:defRPr>
            </a:lvl1pPr>
            <a:lvl2pPr marL="457200" marR="0" lvl="1" indent="0" algn="l" rtl="0">
              <a:spcBef>
                <a:spcPts val="0"/>
              </a:spcBef>
              <a:buNone/>
              <a:defRPr sz="1800" b="0" i="0" u="none" strike="noStrike" cap="none">
                <a:solidFill>
                  <a:schemeClr val="dk1"/>
                </a:solidFill>
                <a:latin typeface="Questrial"/>
                <a:ea typeface="Questrial"/>
                <a:cs typeface="Questrial"/>
                <a:sym typeface="Questrial"/>
              </a:defRPr>
            </a:lvl2pPr>
            <a:lvl3pPr marL="914400" marR="0" lvl="2" indent="0" algn="l" rtl="0">
              <a:spcBef>
                <a:spcPts val="0"/>
              </a:spcBef>
              <a:buNone/>
              <a:defRPr sz="1800" b="0" i="0" u="none" strike="noStrike" cap="none">
                <a:solidFill>
                  <a:schemeClr val="dk1"/>
                </a:solidFill>
                <a:latin typeface="Questrial"/>
                <a:ea typeface="Questrial"/>
                <a:cs typeface="Questrial"/>
                <a:sym typeface="Questrial"/>
              </a:defRPr>
            </a:lvl3pPr>
            <a:lvl4pPr marL="1371600" marR="0" lvl="3" indent="0" algn="l" rtl="0">
              <a:spcBef>
                <a:spcPts val="0"/>
              </a:spcBef>
              <a:buNone/>
              <a:defRPr sz="1800" b="0" i="0" u="none" strike="noStrike" cap="none">
                <a:solidFill>
                  <a:schemeClr val="dk1"/>
                </a:solidFill>
                <a:latin typeface="Questrial"/>
                <a:ea typeface="Questrial"/>
                <a:cs typeface="Questrial"/>
                <a:sym typeface="Questrial"/>
              </a:defRPr>
            </a:lvl4pPr>
            <a:lvl5pPr marL="1828800" marR="0" lvl="4" indent="0" algn="l" rtl="0">
              <a:spcBef>
                <a:spcPts val="0"/>
              </a:spcBef>
              <a:buNone/>
              <a:defRPr sz="1800" b="0" i="0" u="none" strike="noStrike" cap="none">
                <a:solidFill>
                  <a:schemeClr val="dk1"/>
                </a:solidFill>
                <a:latin typeface="Questrial"/>
                <a:ea typeface="Questrial"/>
                <a:cs typeface="Questrial"/>
                <a:sym typeface="Questrial"/>
              </a:defRPr>
            </a:lvl5pPr>
            <a:lvl6pPr marL="2286000" marR="0" lvl="5" indent="0" algn="l" rtl="0">
              <a:spcBef>
                <a:spcPts val="0"/>
              </a:spcBef>
              <a:buNone/>
              <a:defRPr sz="1800" b="0" i="0" u="none" strike="noStrike" cap="none">
                <a:solidFill>
                  <a:schemeClr val="dk1"/>
                </a:solidFill>
                <a:latin typeface="Questrial"/>
                <a:ea typeface="Questrial"/>
                <a:cs typeface="Questrial"/>
                <a:sym typeface="Questrial"/>
              </a:defRPr>
            </a:lvl6pPr>
            <a:lvl7pPr marL="2743200" marR="0" lvl="6" indent="0" algn="l" rtl="0">
              <a:spcBef>
                <a:spcPts val="0"/>
              </a:spcBef>
              <a:buNone/>
              <a:defRPr sz="1800" b="0" i="0" u="none" strike="noStrike" cap="none">
                <a:solidFill>
                  <a:schemeClr val="dk1"/>
                </a:solidFill>
                <a:latin typeface="Questrial"/>
                <a:ea typeface="Questrial"/>
                <a:cs typeface="Questrial"/>
                <a:sym typeface="Questrial"/>
              </a:defRPr>
            </a:lvl7pPr>
            <a:lvl8pPr marL="3200400" marR="0" lvl="7" indent="0" algn="l" rtl="0">
              <a:spcBef>
                <a:spcPts val="0"/>
              </a:spcBef>
              <a:buNone/>
              <a:defRPr sz="1800" b="0" i="0" u="none" strike="noStrike" cap="none">
                <a:solidFill>
                  <a:schemeClr val="dk1"/>
                </a:solidFill>
                <a:latin typeface="Questrial"/>
                <a:ea typeface="Questrial"/>
                <a:cs typeface="Questrial"/>
                <a:sym typeface="Questrial"/>
              </a:defRPr>
            </a:lvl8pPr>
            <a:lvl9pPr marL="3657600" marR="0" lvl="8" indent="0" algn="l" rtl="0">
              <a:spcBef>
                <a:spcPts val="0"/>
              </a:spcBef>
              <a:buNone/>
              <a:defRPr sz="1800" b="0" i="0" u="none" strike="noStrike" cap="none">
                <a:solidFill>
                  <a:schemeClr val="dk1"/>
                </a:solidFill>
                <a:latin typeface="Questrial"/>
                <a:ea typeface="Questrial"/>
                <a:cs typeface="Questrial"/>
                <a:sym typeface="Questrial"/>
              </a:defRPr>
            </a:lvl9pPr>
          </a:lstStyle>
          <a:p>
            <a:endParaRPr/>
          </a:p>
        </p:txBody>
      </p:sp>
      <p:sp>
        <p:nvSpPr>
          <p:cNvPr id="59" name="Shape 59"/>
          <p:cNvSpPr/>
          <p:nvPr/>
        </p:nvSpPr>
        <p:spPr>
          <a:xfrm rot="10800000" flipH="1">
            <a:off x="57" y="711299"/>
            <a:ext cx="1358400" cy="507900"/>
          </a:xfrm>
          <a:custGeom>
            <a:avLst/>
            <a:gdLst/>
            <a:ahLst/>
            <a:cxnLst/>
            <a:rect l="0" t="0" r="0" b="0"/>
            <a:pathLst>
              <a:path w="120000" h="120000" extrusionOk="0">
                <a:moveTo>
                  <a:pt x="120000" y="56328"/>
                </a:moveTo>
                <a:lnTo>
                  <a:pt x="99772" y="2256"/>
                </a:lnTo>
                <a:cubicBezTo>
                  <a:pt x="99635" y="1884"/>
                  <a:pt x="99468" y="1500"/>
                  <a:pt x="99332" y="1128"/>
                </a:cubicBezTo>
                <a:cubicBezTo>
                  <a:pt x="98922" y="0"/>
                  <a:pt x="98497" y="0"/>
                  <a:pt x="98072" y="0"/>
                </a:cubicBezTo>
                <a:lnTo>
                  <a:pt x="90060" y="0"/>
                </a:lnTo>
                <a:lnTo>
                  <a:pt x="0" y="744"/>
                </a:lnTo>
                <a:lnTo>
                  <a:pt x="0" y="120000"/>
                </a:lnTo>
                <a:lnTo>
                  <a:pt x="90060" y="119424"/>
                </a:lnTo>
                <a:lnTo>
                  <a:pt x="98072" y="119424"/>
                </a:lnTo>
                <a:cubicBezTo>
                  <a:pt x="98497" y="119424"/>
                  <a:pt x="98922" y="118308"/>
                  <a:pt x="99332" y="118308"/>
                </a:cubicBezTo>
                <a:cubicBezTo>
                  <a:pt x="99332" y="117168"/>
                  <a:pt x="99772" y="117168"/>
                  <a:pt x="99772" y="117168"/>
                </a:cubicBezTo>
                <a:lnTo>
                  <a:pt x="120000" y="63096"/>
                </a:lnTo>
                <a:cubicBezTo>
                  <a:pt x="120834" y="60840"/>
                  <a:pt x="120834" y="58596"/>
                  <a:pt x="120000" y="56328"/>
                </a:cubicBezTo>
                <a:close/>
              </a:path>
            </a:pathLst>
          </a:custGeom>
          <a:solidFill>
            <a:srgbClr val="FF0000"/>
          </a:solidFill>
          <a:ln>
            <a:noFill/>
          </a:ln>
        </p:spPr>
        <p:txBody>
          <a:bodyPr lIns="91425" tIns="91425" rIns="91425" bIns="91425" anchor="ctr" anchorCtr="0">
            <a:noAutofit/>
          </a:bodyPr>
          <a:lstStyle/>
          <a:p>
            <a:pPr lvl="0">
              <a:spcBef>
                <a:spcPts val="0"/>
              </a:spcBef>
              <a:buNone/>
            </a:pPr>
            <a:endParaRPr/>
          </a:p>
        </p:txBody>
      </p:sp>
      <p:sp>
        <p:nvSpPr>
          <p:cNvPr id="60" name="Shape 60"/>
          <p:cNvSpPr txBox="1">
            <a:spLocks noGrp="1"/>
          </p:cNvSpPr>
          <p:nvPr>
            <p:ph type="sldNum" idx="12"/>
          </p:nvPr>
        </p:nvSpPr>
        <p:spPr>
          <a:xfrm>
            <a:off x="511227" y="787783"/>
            <a:ext cx="584999" cy="365100"/>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s-AR" sz="2000" b="0" i="0" u="none" strike="noStrike" cap="none">
                <a:solidFill>
                  <a:srgbClr val="FEFFFF"/>
                </a:solidFill>
                <a:latin typeface="Questrial"/>
                <a:ea typeface="Questrial"/>
                <a:cs typeface="Questrial"/>
                <a:sym typeface="Questrial"/>
              </a:rPr>
              <a:t>‹#›</a:t>
            </a:fld>
            <a:endParaRPr lang="es-AR" sz="2000" b="0" i="0" u="none" strike="noStrike" cap="none">
              <a:solidFill>
                <a:srgbClr val="FEFFFF"/>
              </a:solidFill>
              <a:latin typeface="Questrial"/>
              <a:ea typeface="Questrial"/>
              <a:cs typeface="Questrial"/>
              <a:sym typeface="Quest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11700" y="593366"/>
            <a:ext cx="8520600" cy="763500"/>
          </a:xfrm>
          <a:prstGeom prst="rect">
            <a:avLst/>
          </a:prstGeom>
          <a:noFill/>
          <a:ln>
            <a:noFill/>
          </a:ln>
        </p:spPr>
        <p:txBody>
          <a:bodyPr lIns="91425" tIns="91425" rIns="91425" bIns="91425" anchor="t" anchorCtr="0"/>
          <a:lstStyle>
            <a:lvl1pPr lvl="0">
              <a:spcBef>
                <a:spcPts val="0"/>
              </a:spcBef>
              <a:buClr>
                <a:schemeClr val="dk1"/>
              </a:buClr>
              <a:buSzPct val="100000"/>
              <a:buNone/>
              <a:defRPr sz="2800">
                <a:solidFill>
                  <a:schemeClr val="dk1"/>
                </a:solidFill>
              </a:defRPr>
            </a:lvl1pPr>
            <a:lvl2pPr lvl="1">
              <a:spcBef>
                <a:spcPts val="0"/>
              </a:spcBef>
              <a:buClr>
                <a:schemeClr val="dk1"/>
              </a:buClr>
              <a:buSzPct val="100000"/>
              <a:buNone/>
              <a:defRPr sz="2800">
                <a:solidFill>
                  <a:schemeClr val="dk1"/>
                </a:solidFill>
              </a:defRPr>
            </a:lvl2pPr>
            <a:lvl3pPr lvl="2">
              <a:spcBef>
                <a:spcPts val="0"/>
              </a:spcBef>
              <a:buClr>
                <a:schemeClr val="dk1"/>
              </a:buClr>
              <a:buSzPct val="100000"/>
              <a:buNone/>
              <a:defRPr sz="2800">
                <a:solidFill>
                  <a:schemeClr val="dk1"/>
                </a:solidFill>
              </a:defRPr>
            </a:lvl3pPr>
            <a:lvl4pPr lvl="3">
              <a:spcBef>
                <a:spcPts val="0"/>
              </a:spcBef>
              <a:buClr>
                <a:schemeClr val="dk1"/>
              </a:buClr>
              <a:buSzPct val="100000"/>
              <a:buNone/>
              <a:defRPr sz="2800">
                <a:solidFill>
                  <a:schemeClr val="dk1"/>
                </a:solidFill>
              </a:defRPr>
            </a:lvl4pPr>
            <a:lvl5pPr lvl="4">
              <a:spcBef>
                <a:spcPts val="0"/>
              </a:spcBef>
              <a:buClr>
                <a:schemeClr val="dk1"/>
              </a:buClr>
              <a:buSzPct val="100000"/>
              <a:buNone/>
              <a:defRPr sz="2800">
                <a:solidFill>
                  <a:schemeClr val="dk1"/>
                </a:solidFill>
              </a:defRPr>
            </a:lvl5pPr>
            <a:lvl6pPr lvl="5">
              <a:spcBef>
                <a:spcPts val="0"/>
              </a:spcBef>
              <a:buClr>
                <a:schemeClr val="dk1"/>
              </a:buClr>
              <a:buSzPct val="100000"/>
              <a:buNone/>
              <a:defRPr sz="2800">
                <a:solidFill>
                  <a:schemeClr val="dk1"/>
                </a:solidFill>
              </a:defRPr>
            </a:lvl6pPr>
            <a:lvl7pPr lvl="6">
              <a:spcBef>
                <a:spcPts val="0"/>
              </a:spcBef>
              <a:buClr>
                <a:schemeClr val="dk1"/>
              </a:buClr>
              <a:buSzPct val="100000"/>
              <a:buNone/>
              <a:defRPr sz="2800">
                <a:solidFill>
                  <a:schemeClr val="dk1"/>
                </a:solidFill>
              </a:defRPr>
            </a:lvl7pPr>
            <a:lvl8pPr lvl="7">
              <a:spcBef>
                <a:spcPts val="0"/>
              </a:spcBef>
              <a:buClr>
                <a:schemeClr val="dk1"/>
              </a:buClr>
              <a:buSzPct val="100000"/>
              <a:buNone/>
              <a:defRPr sz="2800">
                <a:solidFill>
                  <a:schemeClr val="dk1"/>
                </a:solidFill>
              </a:defRPr>
            </a:lvl8pPr>
            <a:lvl9pPr lvl="8">
              <a:spcBef>
                <a:spcPts val="0"/>
              </a:spcBef>
              <a:buClr>
                <a:schemeClr val="dk1"/>
              </a:buClr>
              <a:buSzPct val="100000"/>
              <a:buNone/>
              <a:defRPr sz="2800">
                <a:solidFill>
                  <a:schemeClr val="dk1"/>
                </a:solidFill>
              </a:defRPr>
            </a:lvl9pPr>
          </a:lstStyle>
          <a:p>
            <a:endParaRPr/>
          </a:p>
        </p:txBody>
      </p:sp>
      <p:sp>
        <p:nvSpPr>
          <p:cNvPr id="11" name="Shape 11"/>
          <p:cNvSpPr txBox="1">
            <a:spLocks noGrp="1"/>
          </p:cNvSpPr>
          <p:nvPr>
            <p:ph type="body" idx="1"/>
          </p:nvPr>
        </p:nvSpPr>
        <p:spPr>
          <a:xfrm>
            <a:off x="311700" y="1536633"/>
            <a:ext cx="8520600" cy="4555200"/>
          </a:xfrm>
          <a:prstGeom prst="rect">
            <a:avLst/>
          </a:prstGeom>
          <a:noFill/>
          <a:ln>
            <a:noFill/>
          </a:ln>
        </p:spPr>
        <p:txBody>
          <a:bodyPr lIns="91425" tIns="91425" rIns="91425" bIns="91425" anchor="t" anchorCtr="0"/>
          <a:lstStyle>
            <a:lvl1pPr lvl="0">
              <a:lnSpc>
                <a:spcPct val="115000"/>
              </a:lnSpc>
              <a:spcBef>
                <a:spcPts val="0"/>
              </a:spcBef>
              <a:spcAft>
                <a:spcPts val="1600"/>
              </a:spcAft>
              <a:buClr>
                <a:schemeClr val="dk2"/>
              </a:buClr>
              <a:buSzPct val="100000"/>
              <a:defRPr sz="1800">
                <a:solidFill>
                  <a:schemeClr val="dk2"/>
                </a:solidFill>
              </a:defRPr>
            </a:lvl1pPr>
            <a:lvl2pPr lvl="1">
              <a:lnSpc>
                <a:spcPct val="115000"/>
              </a:lnSpc>
              <a:spcBef>
                <a:spcPts val="0"/>
              </a:spcBef>
              <a:spcAft>
                <a:spcPts val="1600"/>
              </a:spcAft>
              <a:buClr>
                <a:schemeClr val="dk2"/>
              </a:buClr>
              <a:defRPr>
                <a:solidFill>
                  <a:schemeClr val="dk2"/>
                </a:solidFill>
              </a:defRPr>
            </a:lvl2pPr>
            <a:lvl3pPr lvl="2">
              <a:lnSpc>
                <a:spcPct val="115000"/>
              </a:lnSpc>
              <a:spcBef>
                <a:spcPts val="0"/>
              </a:spcBef>
              <a:spcAft>
                <a:spcPts val="1600"/>
              </a:spcAft>
              <a:buClr>
                <a:schemeClr val="dk2"/>
              </a:buClr>
              <a:defRPr>
                <a:solidFill>
                  <a:schemeClr val="dk2"/>
                </a:solidFill>
              </a:defRPr>
            </a:lvl3pPr>
            <a:lvl4pPr lvl="3">
              <a:lnSpc>
                <a:spcPct val="115000"/>
              </a:lnSpc>
              <a:spcBef>
                <a:spcPts val="0"/>
              </a:spcBef>
              <a:spcAft>
                <a:spcPts val="1600"/>
              </a:spcAft>
              <a:buClr>
                <a:schemeClr val="dk2"/>
              </a:buClr>
              <a:defRPr>
                <a:solidFill>
                  <a:schemeClr val="dk2"/>
                </a:solidFill>
              </a:defRPr>
            </a:lvl4pPr>
            <a:lvl5pPr lvl="4">
              <a:lnSpc>
                <a:spcPct val="115000"/>
              </a:lnSpc>
              <a:spcBef>
                <a:spcPts val="0"/>
              </a:spcBef>
              <a:spcAft>
                <a:spcPts val="1600"/>
              </a:spcAft>
              <a:buClr>
                <a:schemeClr val="dk2"/>
              </a:buClr>
              <a:defRPr>
                <a:solidFill>
                  <a:schemeClr val="dk2"/>
                </a:solidFill>
              </a:defRPr>
            </a:lvl5pPr>
            <a:lvl6pPr lvl="5">
              <a:lnSpc>
                <a:spcPct val="115000"/>
              </a:lnSpc>
              <a:spcBef>
                <a:spcPts val="0"/>
              </a:spcBef>
              <a:spcAft>
                <a:spcPts val="1600"/>
              </a:spcAft>
              <a:buClr>
                <a:schemeClr val="dk2"/>
              </a:buClr>
              <a:defRPr>
                <a:solidFill>
                  <a:schemeClr val="dk2"/>
                </a:solidFill>
              </a:defRPr>
            </a:lvl6pPr>
            <a:lvl7pPr lvl="6">
              <a:lnSpc>
                <a:spcPct val="115000"/>
              </a:lnSpc>
              <a:spcBef>
                <a:spcPts val="0"/>
              </a:spcBef>
              <a:spcAft>
                <a:spcPts val="1600"/>
              </a:spcAft>
              <a:buClr>
                <a:schemeClr val="dk2"/>
              </a:buClr>
              <a:defRPr>
                <a:solidFill>
                  <a:schemeClr val="dk2"/>
                </a:solidFill>
              </a:defRPr>
            </a:lvl7pPr>
            <a:lvl8pPr lvl="7">
              <a:lnSpc>
                <a:spcPct val="115000"/>
              </a:lnSpc>
              <a:spcBef>
                <a:spcPts val="0"/>
              </a:spcBef>
              <a:spcAft>
                <a:spcPts val="1600"/>
              </a:spcAft>
              <a:buClr>
                <a:schemeClr val="dk2"/>
              </a:buClr>
              <a:defRPr>
                <a:solidFill>
                  <a:schemeClr val="dk2"/>
                </a:solidFill>
              </a:defRPr>
            </a:lvl8pPr>
            <a:lvl9pPr lvl="8">
              <a:lnSpc>
                <a:spcPct val="115000"/>
              </a:lnSpc>
              <a:spcBef>
                <a:spcPts val="0"/>
              </a:spcBef>
              <a:spcAft>
                <a:spcPts val="1600"/>
              </a:spcAft>
              <a:buClr>
                <a:schemeClr val="dk2"/>
              </a:buClr>
              <a:defRPr>
                <a:solidFill>
                  <a:schemeClr val="dk2"/>
                </a:solidFill>
              </a:defRPr>
            </a:lvl9pPr>
          </a:lstStyle>
          <a:p>
            <a:endParaRPr/>
          </a:p>
        </p:txBody>
      </p:sp>
      <p:sp>
        <p:nvSpPr>
          <p:cNvPr id="12" name="Shape 12"/>
          <p:cNvSpPr txBox="1">
            <a:spLocks noGrp="1"/>
          </p:cNvSpPr>
          <p:nvPr>
            <p:ph type="sldNum" idx="12"/>
          </p:nvPr>
        </p:nvSpPr>
        <p:spPr>
          <a:xfrm>
            <a:off x="8472457" y="6217622"/>
            <a:ext cx="548700" cy="524700"/>
          </a:xfrm>
          <a:prstGeom prst="rect">
            <a:avLst/>
          </a:prstGeom>
          <a:noFill/>
          <a:ln>
            <a:noFill/>
          </a:ln>
        </p:spPr>
        <p:txBody>
          <a:bodyPr lIns="91425" tIns="91425" rIns="91425" bIns="91425" anchor="ctr" anchorCtr="0">
            <a:noAutofit/>
          </a:bodyPr>
          <a:lstStyle/>
          <a:p>
            <a:pPr lvl="0" algn="r">
              <a:spcBef>
                <a:spcPts val="0"/>
              </a:spcBef>
              <a:buNone/>
            </a:pPr>
            <a:fld id="{00000000-1234-1234-1234-123412341234}" type="slidenum">
              <a:rPr lang="es-AR" sz="1000">
                <a:solidFill>
                  <a:schemeClr val="dk2"/>
                </a:solidFill>
              </a:rPr>
              <a:t>‹#›</a:t>
            </a:fld>
            <a:endParaRPr lang="es-AR" sz="1000">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1676400" y="533400"/>
            <a:ext cx="4656161" cy="747489"/>
          </a:xfrm>
          <a:prstGeom prst="rect">
            <a:avLst/>
          </a:prstGeom>
          <a:noFill/>
          <a:ln>
            <a:noFill/>
          </a:ln>
        </p:spPr>
        <p:txBody>
          <a:bodyPr lIns="91425" tIns="45700" rIns="91425" bIns="45700" anchor="t" anchorCtr="0">
            <a:noAutofit/>
          </a:bodyPr>
          <a:lstStyle/>
          <a:p>
            <a:pPr marL="0" marR="0" lvl="0" indent="0" algn="l" rtl="0">
              <a:spcBef>
                <a:spcPts val="0"/>
              </a:spcBef>
              <a:buClr>
                <a:srgbClr val="262626"/>
              </a:buClr>
              <a:buSzPct val="25000"/>
              <a:buFont typeface="Questrial"/>
              <a:buNone/>
            </a:pPr>
            <a:r>
              <a:rPr lang="es-AR" sz="4000" b="0" i="0" u="none" strike="noStrike" cap="none" dirty="0" smtClean="0">
                <a:solidFill>
                  <a:srgbClr val="262626"/>
                </a:solidFill>
                <a:latin typeface="Questrial"/>
                <a:ea typeface="Questrial"/>
                <a:cs typeface="Questrial"/>
                <a:sym typeface="Questrial"/>
              </a:rPr>
              <a:t>Interbloqueos</a:t>
            </a:r>
            <a:endParaRPr lang="es-AR" sz="4000" b="0" i="0" u="none" strike="noStrike" cap="none" dirty="0">
              <a:solidFill>
                <a:srgbClr val="262626"/>
              </a:solidFill>
              <a:latin typeface="Questrial"/>
              <a:ea typeface="Questrial"/>
              <a:cs typeface="Questrial"/>
              <a:sym typeface="Questrial"/>
            </a:endParaRPr>
          </a:p>
        </p:txBody>
      </p:sp>
      <p:pic>
        <p:nvPicPr>
          <p:cNvPr id="66" name="Shape 66" descr="http://cdn01.ib.infobae.com/adjuntos/162/imagenes/011/883/0011883692.png"/>
          <p:cNvPicPr preferRelativeResize="0"/>
          <p:nvPr/>
        </p:nvPicPr>
        <p:blipFill rotWithShape="1">
          <a:blip r:embed="rId3">
            <a:alphaModFix/>
          </a:blip>
          <a:srcRect/>
          <a:stretch/>
        </p:blipFill>
        <p:spPr>
          <a:xfrm>
            <a:off x="457200" y="1752600"/>
            <a:ext cx="8401355" cy="4724400"/>
          </a:xfrm>
          <a:prstGeom prst="rect">
            <a:avLst/>
          </a:prstGeom>
          <a:noFill/>
          <a:ln>
            <a:noFill/>
          </a:ln>
        </p:spPr>
      </p:pic>
      <p:pic>
        <p:nvPicPr>
          <p:cNvPr id="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4594" y="292783"/>
            <a:ext cx="1223961" cy="122396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1942415" y="651406"/>
            <a:ext cx="4414657" cy="740666"/>
          </a:xfrm>
        </p:spPr>
        <p:txBody>
          <a:bodyPr/>
          <a:lstStyle/>
          <a:p>
            <a:pPr algn="ctr" eaLnBrk="1" hangingPunct="1"/>
            <a:r>
              <a:rPr lang="es-ES" altLang="es-AR" b="1" dirty="0" smtClean="0"/>
              <a:t>INTRODUCCION</a:t>
            </a:r>
          </a:p>
        </p:txBody>
      </p:sp>
      <p:sp>
        <p:nvSpPr>
          <p:cNvPr id="16387" name="Rectangle 3"/>
          <p:cNvSpPr>
            <a:spLocks noGrp="1" noChangeArrowheads="1"/>
          </p:cNvSpPr>
          <p:nvPr>
            <p:ph type="body" idx="1"/>
          </p:nvPr>
        </p:nvSpPr>
        <p:spPr>
          <a:xfrm>
            <a:off x="1942415" y="2174543"/>
            <a:ext cx="6778505" cy="2834186"/>
          </a:xfrm>
        </p:spPr>
        <p:txBody>
          <a:bodyPr/>
          <a:lstStyle/>
          <a:p>
            <a:pPr eaLnBrk="1" hangingPunct="1"/>
            <a:r>
              <a:rPr lang="es-ES" altLang="es-AR" dirty="0" smtClean="0"/>
              <a:t>Este capítulo continúa el estudio de la concurrencia, considerando dos problemas que importunan todos los intentos de realizar procesamiento concurrente: Interbloqueo e Inanición.</a:t>
            </a:r>
          </a:p>
          <a:p>
            <a:pPr eaLnBrk="1" hangingPunct="1"/>
            <a:r>
              <a:rPr lang="es-ES" altLang="es-AR" dirty="0" smtClean="0"/>
              <a:t>Comienza con una exposición de los principios básicos del interbloqueo y de un problema afín, la inanición.</a:t>
            </a:r>
          </a:p>
        </p:txBody>
      </p:sp>
    </p:spTree>
    <p:extLst>
      <p:ext uri="{BB962C8B-B14F-4D97-AF65-F5344CB8AC3E}">
        <p14:creationId xmlns:p14="http://schemas.microsoft.com/office/powerpoint/2010/main" val="398529717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ph type="title"/>
          </p:nvPr>
        </p:nvSpPr>
        <p:spPr>
          <a:xfrm>
            <a:off x="1942415" y="651406"/>
            <a:ext cx="6000582" cy="740666"/>
          </a:xfrm>
        </p:spPr>
        <p:txBody>
          <a:bodyPr/>
          <a:lstStyle/>
          <a:p>
            <a:pPr algn="ctr" eaLnBrk="1" hangingPunct="1"/>
            <a:r>
              <a:rPr lang="es-ES" altLang="es-AR" b="1" dirty="0" smtClean="0"/>
              <a:t>Principios del Interbloqueo</a:t>
            </a:r>
            <a:endParaRPr lang="es-ES" altLang="es-AR" b="1" dirty="0" smtClean="0"/>
          </a:p>
        </p:txBody>
      </p:sp>
      <p:sp>
        <p:nvSpPr>
          <p:cNvPr id="5" name="Rectangle 3"/>
          <p:cNvSpPr>
            <a:spLocks noGrp="1" noChangeArrowheads="1"/>
          </p:cNvSpPr>
          <p:nvPr>
            <p:ph type="body" sz="half" idx="1"/>
          </p:nvPr>
        </p:nvSpPr>
        <p:spPr>
          <a:xfrm>
            <a:off x="223529" y="1392072"/>
            <a:ext cx="3810000" cy="5410200"/>
          </a:xfrm>
        </p:spPr>
        <p:txBody>
          <a:bodyPr/>
          <a:lstStyle/>
          <a:p>
            <a:pPr eaLnBrk="1" hangingPunct="1">
              <a:lnSpc>
                <a:spcPct val="90000"/>
              </a:lnSpc>
            </a:pPr>
            <a:r>
              <a:rPr lang="es-ES" altLang="es-AR" sz="2400" dirty="0" smtClean="0"/>
              <a:t>El Interbloqueo se puede definir como el bloque permanente de un conjunto de procesos que compiten por los recursos del sistema, todos los interbloqueos suponen necesidades contradictorias de recursos, por parte de dos o más procesos.</a:t>
            </a:r>
          </a:p>
          <a:p>
            <a:pPr eaLnBrk="1" hangingPunct="1">
              <a:lnSpc>
                <a:spcPct val="90000"/>
              </a:lnSpc>
            </a:pPr>
            <a:r>
              <a:rPr lang="es-ES" altLang="es-AR" sz="2400" dirty="0" smtClean="0"/>
              <a:t>Un ejemplo clásico de interbloqueo es el interbloqueo de tráfico</a:t>
            </a:r>
          </a:p>
        </p:txBody>
      </p:sp>
      <p:pic>
        <p:nvPicPr>
          <p:cNvPr id="6" name="Picture 6" descr="C:\My PageManager\Inbox\docu000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4134538" y="1392072"/>
            <a:ext cx="4745037" cy="5049837"/>
          </a:xfrm>
          <a:prstGeom prst="rect">
            <a:avLst/>
          </a:prstGeom>
          <a:noFill/>
        </p:spPr>
      </p:pic>
    </p:spTree>
    <p:extLst>
      <p:ext uri="{BB962C8B-B14F-4D97-AF65-F5344CB8AC3E}">
        <p14:creationId xmlns:p14="http://schemas.microsoft.com/office/powerpoint/2010/main" val="30312125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Shape 96"/>
          <p:cNvSpPr txBox="1">
            <a:spLocks noGrp="1"/>
          </p:cNvSpPr>
          <p:nvPr>
            <p:ph type="title"/>
          </p:nvPr>
        </p:nvSpPr>
        <p:spPr>
          <a:xfrm>
            <a:off x="1945200" y="624110"/>
            <a:ext cx="6589199" cy="1280889"/>
          </a:xfrm>
          <a:prstGeom prst="rect">
            <a:avLst/>
          </a:prstGeom>
          <a:noFill/>
          <a:ln>
            <a:noFill/>
          </a:ln>
        </p:spPr>
        <p:txBody>
          <a:bodyPr lIns="91425" tIns="45700" rIns="91425" bIns="45700" anchor="t" anchorCtr="0">
            <a:noAutofit/>
          </a:bodyPr>
          <a:lstStyle/>
          <a:p>
            <a:pPr marL="0" marR="0" lvl="0" indent="0" algn="l" rtl="0">
              <a:spcBef>
                <a:spcPts val="0"/>
              </a:spcBef>
              <a:buClr>
                <a:srgbClr val="262626"/>
              </a:buClr>
              <a:buSzPct val="25000"/>
              <a:buFont typeface="Questrial"/>
              <a:buNone/>
            </a:pPr>
            <a:r>
              <a:rPr lang="es-AR" sz="3600" b="0" i="0" u="none" strike="noStrike" cap="none">
                <a:solidFill>
                  <a:srgbClr val="262626"/>
                </a:solidFill>
                <a:latin typeface="Questrial"/>
                <a:ea typeface="Questrial"/>
                <a:cs typeface="Questrial"/>
                <a:sym typeface="Questrial"/>
              </a:rPr>
              <a:t>Livelock</a:t>
            </a:r>
          </a:p>
        </p:txBody>
      </p:sp>
      <p:pic>
        <p:nvPicPr>
          <p:cNvPr id="97" name="Shape 97"/>
          <p:cNvPicPr preferRelativeResize="0"/>
          <p:nvPr/>
        </p:nvPicPr>
        <p:blipFill rotWithShape="1">
          <a:blip r:embed="rId3">
            <a:alphaModFix/>
          </a:blip>
          <a:srcRect/>
          <a:stretch/>
        </p:blipFill>
        <p:spPr>
          <a:xfrm>
            <a:off x="1001211" y="2015563"/>
            <a:ext cx="7141578" cy="2826873"/>
          </a:xfrm>
          <a:prstGeom prst="rect">
            <a:avLst/>
          </a:prstGeom>
          <a:noFill/>
          <a:ln>
            <a:noFill/>
          </a:ln>
        </p:spPr>
      </p:pic>
      <p:sp>
        <p:nvSpPr>
          <p:cNvPr id="98" name="Shape 98"/>
          <p:cNvSpPr txBox="1"/>
          <p:nvPr/>
        </p:nvSpPr>
        <p:spPr>
          <a:xfrm>
            <a:off x="533400" y="1747963"/>
            <a:ext cx="1649399" cy="535199"/>
          </a:xfrm>
          <a:prstGeom prst="rect">
            <a:avLst/>
          </a:prstGeom>
          <a:solidFill>
            <a:srgbClr val="D9EAD3"/>
          </a:solid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s-AR" sz="1400" b="1" i="0" u="none" strike="noStrike" cap="none">
                <a:solidFill>
                  <a:srgbClr val="000000"/>
                </a:solidFill>
                <a:latin typeface="Arial"/>
                <a:ea typeface="Arial"/>
                <a:cs typeface="Arial"/>
                <a:sym typeface="Arial"/>
              </a:rPr>
              <a:t>DEADLOCK</a:t>
            </a:r>
          </a:p>
        </p:txBody>
      </p:sp>
      <p:sp>
        <p:nvSpPr>
          <p:cNvPr id="99" name="Shape 99"/>
          <p:cNvSpPr txBox="1"/>
          <p:nvPr/>
        </p:nvSpPr>
        <p:spPr>
          <a:xfrm>
            <a:off x="7167625" y="1747963"/>
            <a:ext cx="1649399" cy="535199"/>
          </a:xfrm>
          <a:prstGeom prst="rect">
            <a:avLst/>
          </a:prstGeom>
          <a:solidFill>
            <a:srgbClr val="D9EAD3"/>
          </a:solidFill>
          <a:ln>
            <a:noFill/>
          </a:ln>
        </p:spPr>
        <p:txBody>
          <a:bodyPr lIns="91425" tIns="91425" rIns="91425" bIns="91425" anchor="t" anchorCtr="0">
            <a:noAutofit/>
          </a:bodyPr>
          <a:lstStyle/>
          <a:p>
            <a:pPr marL="0" marR="0" lvl="0" indent="0" algn="ctr" rtl="0">
              <a:lnSpc>
                <a:spcPct val="100000"/>
              </a:lnSpc>
              <a:spcBef>
                <a:spcPts val="0"/>
              </a:spcBef>
              <a:spcAft>
                <a:spcPts val="0"/>
              </a:spcAft>
              <a:buClr>
                <a:srgbClr val="000000"/>
              </a:buClr>
              <a:buSzPct val="25000"/>
              <a:buFont typeface="Arial"/>
              <a:buNone/>
            </a:pPr>
            <a:r>
              <a:rPr lang="es-AR" sz="1400" b="1" i="0" u="none" strike="noStrike" cap="none">
                <a:solidFill>
                  <a:srgbClr val="000000"/>
                </a:solidFill>
                <a:latin typeface="Arial"/>
                <a:ea typeface="Arial"/>
                <a:cs typeface="Arial"/>
                <a:sym typeface="Arial"/>
              </a:rPr>
              <a:t>LIVELOCK</a:t>
            </a:r>
          </a:p>
        </p:txBody>
      </p:sp>
    </p:spTree>
    <p:extLst>
      <p:ext uri="{BB962C8B-B14F-4D97-AF65-F5344CB8AC3E}">
        <p14:creationId xmlns:p14="http://schemas.microsoft.com/office/powerpoint/2010/main" val="57810291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type="body" idx="1"/>
          </p:nvPr>
        </p:nvSpPr>
        <p:spPr>
          <a:xfrm>
            <a:off x="1434720" y="341194"/>
            <a:ext cx="7463620" cy="6387152"/>
          </a:xfrm>
        </p:spPr>
        <p:txBody>
          <a:bodyPr/>
          <a:lstStyle/>
          <a:p>
            <a:pPr marL="114300" indent="0" eaLnBrk="1" hangingPunct="1">
              <a:lnSpc>
                <a:spcPct val="90000"/>
              </a:lnSpc>
              <a:buNone/>
            </a:pPr>
            <a:r>
              <a:rPr lang="es-ES" altLang="es-AR" sz="2800" dirty="0" smtClean="0"/>
              <a:t>Ahora se describe una situación de interbloqueo, en la que intervienen procesos y recursos informáticos, al siguiente gráfico se le asigna la siguiente forma:</a:t>
            </a:r>
          </a:p>
          <a:p>
            <a:pPr eaLnBrk="1" hangingPunct="1">
              <a:lnSpc>
                <a:spcPct val="90000"/>
              </a:lnSpc>
              <a:buFont typeface="Wingdings" panose="05000000000000000000" pitchFamily="2" charset="2"/>
              <a:buNone/>
            </a:pPr>
            <a:endParaRPr lang="es-ES" altLang="es-AR" sz="2800" dirty="0" smtClean="0"/>
          </a:p>
          <a:p>
            <a:pPr marL="114300" indent="0" eaLnBrk="1" hangingPunct="1">
              <a:lnSpc>
                <a:spcPct val="90000"/>
              </a:lnSpc>
              <a:buNone/>
            </a:pPr>
            <a:r>
              <a:rPr lang="es-ES" altLang="es-AR" b="1" dirty="0"/>
              <a:t> </a:t>
            </a:r>
            <a:r>
              <a:rPr lang="es-ES" altLang="es-AR" b="1" dirty="0" smtClean="0"/>
              <a:t>    </a:t>
            </a:r>
            <a:r>
              <a:rPr lang="es-ES" altLang="es-AR" sz="1800" b="1" dirty="0" smtClean="0"/>
              <a:t>Proceso </a:t>
            </a:r>
            <a:r>
              <a:rPr lang="es-ES" altLang="es-AR" sz="1800" b="1" dirty="0" smtClean="0"/>
              <a:t>P			</a:t>
            </a:r>
            <a:r>
              <a:rPr lang="es-ES" altLang="es-AR" b="1" dirty="0"/>
              <a:t>	Proceso Q</a:t>
            </a:r>
          </a:p>
          <a:p>
            <a:pPr eaLnBrk="1" hangingPunct="1">
              <a:lnSpc>
                <a:spcPct val="90000"/>
              </a:lnSpc>
            </a:pPr>
            <a:endParaRPr lang="es-ES" altLang="es-AR" sz="1800" b="1" dirty="0" smtClean="0"/>
          </a:p>
          <a:p>
            <a:pPr eaLnBrk="1" hangingPunct="1">
              <a:lnSpc>
                <a:spcPct val="90000"/>
              </a:lnSpc>
              <a:buFont typeface="Wingdings" panose="05000000000000000000" pitchFamily="2" charset="2"/>
              <a:buNone/>
            </a:pPr>
            <a:r>
              <a:rPr lang="es-ES" altLang="es-AR" sz="1800" dirty="0" smtClean="0"/>
              <a:t>	Obtener A				Obtener B</a:t>
            </a:r>
          </a:p>
          <a:p>
            <a:pPr eaLnBrk="1" hangingPunct="1">
              <a:lnSpc>
                <a:spcPct val="90000"/>
              </a:lnSpc>
              <a:buFont typeface="Wingdings" panose="05000000000000000000" pitchFamily="2" charset="2"/>
              <a:buNone/>
            </a:pPr>
            <a:r>
              <a:rPr lang="es-ES" altLang="es-AR" sz="1800" dirty="0" smtClean="0"/>
              <a:t>		</a:t>
            </a:r>
          </a:p>
          <a:p>
            <a:pPr eaLnBrk="1" hangingPunct="1">
              <a:lnSpc>
                <a:spcPct val="90000"/>
              </a:lnSpc>
              <a:buFont typeface="Wingdings" panose="05000000000000000000" pitchFamily="2" charset="2"/>
              <a:buNone/>
            </a:pPr>
            <a:r>
              <a:rPr lang="es-ES" altLang="es-AR" sz="1800" dirty="0" smtClean="0"/>
              <a:t>	Obtener B				Obtener A</a:t>
            </a:r>
          </a:p>
          <a:p>
            <a:pPr eaLnBrk="1" hangingPunct="1">
              <a:lnSpc>
                <a:spcPct val="90000"/>
              </a:lnSpc>
              <a:buFont typeface="Wingdings" panose="05000000000000000000" pitchFamily="2" charset="2"/>
              <a:buNone/>
            </a:pPr>
            <a:endParaRPr lang="es-ES" altLang="es-AR" sz="1800" dirty="0" smtClean="0"/>
          </a:p>
          <a:p>
            <a:pPr eaLnBrk="1" hangingPunct="1">
              <a:lnSpc>
                <a:spcPct val="90000"/>
              </a:lnSpc>
              <a:buFont typeface="Wingdings" panose="05000000000000000000" pitchFamily="2" charset="2"/>
              <a:buNone/>
            </a:pPr>
            <a:r>
              <a:rPr lang="es-ES" altLang="es-AR" sz="1800" dirty="0" smtClean="0"/>
              <a:t>	Liberar A				Liberar B</a:t>
            </a:r>
          </a:p>
          <a:p>
            <a:pPr eaLnBrk="1" hangingPunct="1">
              <a:lnSpc>
                <a:spcPct val="90000"/>
              </a:lnSpc>
              <a:buFont typeface="Wingdings" panose="05000000000000000000" pitchFamily="2" charset="2"/>
              <a:buNone/>
            </a:pPr>
            <a:endParaRPr lang="es-ES" altLang="es-AR" sz="1800" dirty="0" smtClean="0"/>
          </a:p>
          <a:p>
            <a:pPr eaLnBrk="1" hangingPunct="1">
              <a:lnSpc>
                <a:spcPct val="90000"/>
              </a:lnSpc>
              <a:buFont typeface="Wingdings" panose="05000000000000000000" pitchFamily="2" charset="2"/>
              <a:buNone/>
            </a:pPr>
            <a:r>
              <a:rPr lang="es-ES" altLang="es-AR" sz="1800" dirty="0" smtClean="0"/>
              <a:t>	Liberar B				Liberar A</a:t>
            </a:r>
          </a:p>
          <a:p>
            <a:pPr algn="ctr" eaLnBrk="1" hangingPunct="1">
              <a:lnSpc>
                <a:spcPct val="90000"/>
              </a:lnSpc>
              <a:buFont typeface="Wingdings" panose="05000000000000000000" pitchFamily="2" charset="2"/>
              <a:buNone/>
            </a:pPr>
            <a:endParaRPr lang="es-ES" altLang="es-AR" sz="1000" dirty="0" smtClean="0"/>
          </a:p>
        </p:txBody>
      </p:sp>
    </p:spTree>
    <p:extLst>
      <p:ext uri="{BB962C8B-B14F-4D97-AF65-F5344CB8AC3E}">
        <p14:creationId xmlns:p14="http://schemas.microsoft.com/office/powerpoint/2010/main" val="25139014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6" descr="C:\My PageManager\Inbox\docu000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529580" y="272955"/>
            <a:ext cx="7614420" cy="6223380"/>
          </a:xfrm>
          <a:prstGeom prst="rect">
            <a:avLst/>
          </a:prstGeom>
          <a:noFill/>
          <a:ln>
            <a:noFill/>
          </a:ln>
        </p:spPr>
      </p:pic>
    </p:spTree>
    <p:extLst>
      <p:ext uri="{BB962C8B-B14F-4D97-AF65-F5344CB8AC3E}">
        <p14:creationId xmlns:p14="http://schemas.microsoft.com/office/powerpoint/2010/main" val="39589654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body" sz="half" idx="4294967295"/>
          </p:nvPr>
        </p:nvSpPr>
        <p:spPr>
          <a:xfrm>
            <a:off x="5535542" y="314752"/>
            <a:ext cx="3425588" cy="4734920"/>
          </a:xfrm>
          <a:prstGeom prst="rect">
            <a:avLst/>
          </a:prstGeom>
        </p:spPr>
        <p:txBody>
          <a:bodyPr/>
          <a:lstStyle/>
          <a:p>
            <a:pPr eaLnBrk="1" hangingPunct="1">
              <a:buFont typeface="Wingdings" panose="05000000000000000000" pitchFamily="2" charset="2"/>
              <a:buNone/>
            </a:pPr>
            <a:r>
              <a:rPr lang="es-ES" altLang="es-AR" sz="2800" dirty="0" smtClean="0"/>
              <a:t>El que se produzca interbloqueo o no, depende de la dinámica de la ejecución, por ejemplo; supóngase que p no necesitara ambos recursos en el mismo instante y tuviera la siguiente forma:</a:t>
            </a:r>
          </a:p>
          <a:p>
            <a:pPr eaLnBrk="1" hangingPunct="1">
              <a:buFont typeface="Wingdings" panose="05000000000000000000" pitchFamily="2" charset="2"/>
              <a:buNone/>
            </a:pPr>
            <a:endParaRPr lang="es-ES" altLang="es-AR" sz="2800" dirty="0" smtClean="0"/>
          </a:p>
        </p:txBody>
      </p:sp>
      <p:pic>
        <p:nvPicPr>
          <p:cNvPr id="5" name="Picture 6" descr="C:\My PageManager\Inbox\docu00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1725542" y="211896"/>
            <a:ext cx="3810000" cy="3962400"/>
          </a:xfrm>
          <a:prstGeom prst="rect">
            <a:avLst/>
          </a:prstGeom>
          <a:noFill/>
          <a:ln>
            <a:noFill/>
          </a:ln>
        </p:spPr>
      </p:pic>
      <p:sp>
        <p:nvSpPr>
          <p:cNvPr id="6" name="Text Box 7"/>
          <p:cNvSpPr txBox="1">
            <a:spLocks noChangeArrowheads="1"/>
          </p:cNvSpPr>
          <p:nvPr/>
        </p:nvSpPr>
        <p:spPr bwMode="auto">
          <a:xfrm>
            <a:off x="49142" y="1526346"/>
            <a:ext cx="1676400" cy="264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spcBef>
                <a:spcPct val="50000"/>
              </a:spcBef>
            </a:pPr>
            <a:r>
              <a:rPr lang="es-ES" altLang="es-AR" b="1" dirty="0"/>
              <a:t>Proceso P</a:t>
            </a:r>
          </a:p>
          <a:p>
            <a:pPr eaLnBrk="1" hangingPunct="1">
              <a:spcBef>
                <a:spcPct val="50000"/>
              </a:spcBef>
            </a:pPr>
            <a:r>
              <a:rPr lang="es-ES" altLang="es-AR" dirty="0"/>
              <a:t>Obtener A</a:t>
            </a:r>
          </a:p>
          <a:p>
            <a:pPr eaLnBrk="1" hangingPunct="1">
              <a:spcBef>
                <a:spcPct val="50000"/>
              </a:spcBef>
            </a:pPr>
            <a:r>
              <a:rPr lang="es-ES" altLang="es-AR" dirty="0"/>
              <a:t>Liberar A</a:t>
            </a:r>
          </a:p>
          <a:p>
            <a:pPr eaLnBrk="1" hangingPunct="1">
              <a:spcBef>
                <a:spcPct val="50000"/>
              </a:spcBef>
            </a:pPr>
            <a:r>
              <a:rPr lang="es-ES" altLang="es-AR" dirty="0"/>
              <a:t>Obtener B</a:t>
            </a:r>
          </a:p>
          <a:p>
            <a:pPr eaLnBrk="1" hangingPunct="1">
              <a:spcBef>
                <a:spcPct val="50000"/>
              </a:spcBef>
            </a:pPr>
            <a:r>
              <a:rPr lang="es-ES" altLang="es-AR" dirty="0"/>
              <a:t>Liberar B</a:t>
            </a:r>
          </a:p>
        </p:txBody>
      </p:sp>
      <p:sp>
        <p:nvSpPr>
          <p:cNvPr id="7" name="Text Box 8"/>
          <p:cNvSpPr txBox="1">
            <a:spLocks noChangeArrowheads="1"/>
          </p:cNvSpPr>
          <p:nvPr/>
        </p:nvSpPr>
        <p:spPr bwMode="auto">
          <a:xfrm>
            <a:off x="1725542" y="5755658"/>
            <a:ext cx="63948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s-ES" altLang="es-AR" b="1" dirty="0">
                <a:solidFill>
                  <a:srgbClr val="0066FF"/>
                </a:solidFill>
              </a:rPr>
              <a:t>En este caso no se produce interbloqueo</a:t>
            </a:r>
          </a:p>
        </p:txBody>
      </p:sp>
    </p:spTree>
    <p:extLst>
      <p:ext uri="{BB962C8B-B14F-4D97-AF65-F5344CB8AC3E}">
        <p14:creationId xmlns:p14="http://schemas.microsoft.com/office/powerpoint/2010/main" val="306431297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blinds(horizontal)">
                                      <p:cBhvr>
                                        <p:cTn id="11" dur="500"/>
                                        <p:tgtEl>
                                          <p:spTgt spid="3">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grpId="0" nodeType="click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7"/>
                                        </p:tgtEl>
                                        <p:attrNameLst>
                                          <p:attrName>style.visibility</p:attrName>
                                        </p:attrNameLst>
                                      </p:cBhvr>
                                      <p:to>
                                        <p:strVal val="visible"/>
                                      </p:to>
                                    </p:set>
                                    <p:anim to="" calcmode="lin" valueType="num">
                                      <p:cBhvr>
                                        <p:cTn id="22" dur="1" fill="hold"/>
                                        <p:tgtEl>
                                          <p:spTgt spid="7"/>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6" grpId="0" autoUpdateAnimBg="0"/>
      <p:bldP spid="7"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604006" y="364803"/>
            <a:ext cx="6589200" cy="1281000"/>
          </a:xfrm>
        </p:spPr>
        <p:txBody>
          <a:bodyPr/>
          <a:lstStyle/>
          <a:p>
            <a:pPr eaLnBrk="1" hangingPunct="1"/>
            <a:r>
              <a:rPr lang="es-ES" altLang="es-AR" sz="4000" dirty="0" smtClean="0"/>
              <a:t>RECURSOS REUTILIZABLES</a:t>
            </a:r>
          </a:p>
        </p:txBody>
      </p:sp>
      <p:sp>
        <p:nvSpPr>
          <p:cNvPr id="5" name="Rectangle 3"/>
          <p:cNvSpPr>
            <a:spLocks noGrp="1" noChangeArrowheads="1"/>
          </p:cNvSpPr>
          <p:nvPr>
            <p:ph type="body" idx="1"/>
          </p:nvPr>
        </p:nvSpPr>
        <p:spPr>
          <a:xfrm>
            <a:off x="214668" y="2068884"/>
            <a:ext cx="8656377" cy="3294687"/>
          </a:xfrm>
        </p:spPr>
        <p:txBody>
          <a:bodyPr/>
          <a:lstStyle/>
          <a:p>
            <a:pPr lvl="1" eaLnBrk="1" hangingPunct="1">
              <a:lnSpc>
                <a:spcPct val="90000"/>
              </a:lnSpc>
            </a:pPr>
            <a:r>
              <a:rPr lang="es-ES" altLang="es-AR" sz="1800" dirty="0"/>
              <a:t>¿</a:t>
            </a:r>
            <a:r>
              <a:rPr lang="es-ES" altLang="es-AR" sz="1800" dirty="0" smtClean="0"/>
              <a:t>Que </a:t>
            </a:r>
            <a:r>
              <a:rPr lang="es-ES" altLang="es-AR" sz="1800" dirty="0" smtClean="0"/>
              <a:t>son los Recursos Reutilizables?</a:t>
            </a:r>
          </a:p>
          <a:p>
            <a:pPr lvl="1" eaLnBrk="1" hangingPunct="1">
              <a:lnSpc>
                <a:spcPct val="90000"/>
              </a:lnSpc>
              <a:buFont typeface="Wingdings" panose="05000000000000000000" pitchFamily="2" charset="2"/>
              <a:buNone/>
            </a:pPr>
            <a:r>
              <a:rPr lang="es-ES" altLang="es-AR" sz="1800" dirty="0" smtClean="0"/>
              <a:t>	*Pueden ser usados con seguridad por un proceso, no se agota con el uso.</a:t>
            </a:r>
          </a:p>
          <a:p>
            <a:pPr lvl="1" eaLnBrk="1" hangingPunct="1">
              <a:lnSpc>
                <a:spcPct val="90000"/>
              </a:lnSpc>
              <a:buFont typeface="Wingdings" panose="05000000000000000000" pitchFamily="2" charset="2"/>
              <a:buNone/>
            </a:pPr>
            <a:r>
              <a:rPr lang="es-ES" altLang="es-AR" sz="1800" dirty="0" smtClean="0"/>
              <a:t>	*Obtienen unidades de recursos que </a:t>
            </a:r>
            <a:r>
              <a:rPr lang="es-ES" altLang="es-AR" sz="1800" dirty="0" smtClean="0"/>
              <a:t>se liberan </a:t>
            </a:r>
            <a:r>
              <a:rPr lang="es-ES" altLang="es-AR" sz="1800" dirty="0" smtClean="0"/>
              <a:t>posteriormente para que otros procesos lo utilicen.</a:t>
            </a:r>
          </a:p>
          <a:p>
            <a:pPr lvl="1" eaLnBrk="1" hangingPunct="1">
              <a:lnSpc>
                <a:spcPct val="90000"/>
              </a:lnSpc>
              <a:buFont typeface="Wingdings" panose="05000000000000000000" pitchFamily="2" charset="2"/>
              <a:buNone/>
            </a:pPr>
            <a:r>
              <a:rPr lang="es-ES" altLang="es-AR" sz="1800" dirty="0" smtClean="0"/>
              <a:t>	</a:t>
            </a:r>
            <a:r>
              <a:rPr lang="es-ES" altLang="es-AR" sz="1800" i="1" dirty="0" smtClean="0"/>
              <a:t>Ejemplos:</a:t>
            </a:r>
          </a:p>
          <a:p>
            <a:pPr lvl="1" eaLnBrk="1" hangingPunct="1">
              <a:lnSpc>
                <a:spcPct val="90000"/>
              </a:lnSpc>
              <a:buFont typeface="Wingdings" panose="05000000000000000000" pitchFamily="2" charset="2"/>
              <a:buNone/>
            </a:pPr>
            <a:r>
              <a:rPr lang="es-ES" altLang="es-AR" sz="1800" dirty="0" smtClean="0"/>
              <a:t>			*Procesadores</a:t>
            </a:r>
          </a:p>
          <a:p>
            <a:pPr lvl="1" eaLnBrk="1" hangingPunct="1">
              <a:lnSpc>
                <a:spcPct val="90000"/>
              </a:lnSpc>
              <a:buFont typeface="Wingdings" panose="05000000000000000000" pitchFamily="2" charset="2"/>
              <a:buNone/>
            </a:pPr>
            <a:r>
              <a:rPr lang="es-ES" altLang="es-AR" sz="1800" dirty="0" smtClean="0"/>
              <a:t>			*Canales de E/S</a:t>
            </a:r>
          </a:p>
          <a:p>
            <a:pPr lvl="1" eaLnBrk="1" hangingPunct="1">
              <a:lnSpc>
                <a:spcPct val="90000"/>
              </a:lnSpc>
              <a:buFont typeface="Wingdings" panose="05000000000000000000" pitchFamily="2" charset="2"/>
              <a:buNone/>
            </a:pPr>
            <a:r>
              <a:rPr lang="es-ES" altLang="es-AR" sz="1800" dirty="0" smtClean="0"/>
              <a:t>			*MP, MS</a:t>
            </a:r>
          </a:p>
          <a:p>
            <a:pPr lvl="1" eaLnBrk="1" hangingPunct="1">
              <a:lnSpc>
                <a:spcPct val="90000"/>
              </a:lnSpc>
              <a:buFont typeface="Wingdings" panose="05000000000000000000" pitchFamily="2" charset="2"/>
              <a:buNone/>
            </a:pPr>
            <a:r>
              <a:rPr lang="es-ES" altLang="es-AR" sz="1800" dirty="0" smtClean="0"/>
              <a:t>			*Archivos, Bases de Datos</a:t>
            </a:r>
          </a:p>
          <a:p>
            <a:pPr lvl="1" eaLnBrk="1" hangingPunct="1">
              <a:lnSpc>
                <a:spcPct val="90000"/>
              </a:lnSpc>
              <a:buFont typeface="Wingdings" panose="05000000000000000000" pitchFamily="2" charset="2"/>
              <a:buNone/>
            </a:pPr>
            <a:endParaRPr lang="es-ES" altLang="es-AR" sz="1800" dirty="0" smtClean="0"/>
          </a:p>
        </p:txBody>
      </p:sp>
    </p:spTree>
    <p:extLst>
      <p:ext uri="{BB962C8B-B14F-4D97-AF65-F5344CB8AC3E}">
        <p14:creationId xmlns:p14="http://schemas.microsoft.com/office/powerpoint/2010/main" val="23241534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Grp="1" noChangeArrowheads="1"/>
          </p:cNvSpPr>
          <p:nvPr>
            <p:ph type="body" idx="1"/>
          </p:nvPr>
        </p:nvSpPr>
        <p:spPr>
          <a:xfrm>
            <a:off x="963809" y="1828800"/>
            <a:ext cx="7661576" cy="3753134"/>
          </a:xfrm>
        </p:spPr>
        <p:txBody>
          <a:bodyPr/>
          <a:lstStyle/>
          <a:p>
            <a:pPr marL="400050" lvl="8" indent="-285750">
              <a:lnSpc>
                <a:spcPct val="90000"/>
              </a:lnSpc>
            </a:pPr>
            <a:r>
              <a:rPr lang="es-ES" altLang="es-AR" sz="1800" dirty="0"/>
              <a:t>Que son los Recurs</a:t>
            </a:r>
            <a:r>
              <a:rPr lang="es-ES" altLang="es-AR" sz="1800" dirty="0"/>
              <a:t>os</a:t>
            </a:r>
            <a:r>
              <a:rPr lang="es-ES" altLang="es-AR" sz="1800" dirty="0"/>
              <a:t> Consumibles?</a:t>
            </a:r>
          </a:p>
          <a:p>
            <a:pPr>
              <a:lnSpc>
                <a:spcPct val="90000"/>
              </a:lnSpc>
              <a:buNone/>
            </a:pPr>
            <a:r>
              <a:rPr lang="es-ES" altLang="es-AR" dirty="0"/>
              <a:t>	*Puede ser creado (producido)</a:t>
            </a:r>
          </a:p>
          <a:p>
            <a:pPr>
              <a:lnSpc>
                <a:spcPct val="90000"/>
              </a:lnSpc>
              <a:buNone/>
            </a:pPr>
            <a:r>
              <a:rPr lang="es-ES" altLang="es-AR" dirty="0"/>
              <a:t>	*</a:t>
            </a:r>
            <a:r>
              <a:rPr lang="es-ES" altLang="es-AR" dirty="0"/>
              <a:t>Puede ser destruido (consumido)</a:t>
            </a:r>
          </a:p>
          <a:p>
            <a:pPr eaLnBrk="1" hangingPunct="1">
              <a:lnSpc>
                <a:spcPct val="90000"/>
              </a:lnSpc>
              <a:buFont typeface="Wingdings" panose="05000000000000000000" pitchFamily="2" charset="2"/>
              <a:buNone/>
            </a:pPr>
            <a:r>
              <a:rPr lang="es-ES" altLang="es-AR" dirty="0"/>
              <a:t>	*No existe límite de recursos  </a:t>
            </a:r>
            <a:r>
              <a:rPr lang="es-ES" altLang="es-AR" dirty="0" smtClean="0"/>
              <a:t>consumibles</a:t>
            </a:r>
            <a:endParaRPr lang="es-ES" altLang="es-AR" dirty="0"/>
          </a:p>
          <a:p>
            <a:pPr eaLnBrk="1" hangingPunct="1">
              <a:lnSpc>
                <a:spcPct val="90000"/>
              </a:lnSpc>
              <a:buNone/>
            </a:pPr>
            <a:r>
              <a:rPr lang="es-ES" altLang="es-AR" dirty="0"/>
              <a:t>	*</a:t>
            </a:r>
            <a:r>
              <a:rPr lang="es-ES" altLang="es-AR" dirty="0"/>
              <a:t>Proceso </a:t>
            </a:r>
            <a:r>
              <a:rPr lang="es-ES" altLang="es-AR" dirty="0"/>
              <a:t>Productor que no está  </a:t>
            </a:r>
            <a:r>
              <a:rPr lang="es-ES" altLang="es-AR" dirty="0" smtClean="0"/>
              <a:t>bloqueado </a:t>
            </a:r>
            <a:r>
              <a:rPr lang="es-ES" altLang="es-AR" dirty="0"/>
              <a:t>libera cualquier número de </a:t>
            </a:r>
            <a:r>
              <a:rPr lang="es-ES" altLang="es-AR" dirty="0" smtClean="0"/>
              <a:t>recursos </a:t>
            </a:r>
            <a:r>
              <a:rPr lang="es-ES" altLang="es-AR" dirty="0"/>
              <a:t>consumidos</a:t>
            </a:r>
          </a:p>
          <a:p>
            <a:pPr eaLnBrk="1" hangingPunct="1">
              <a:lnSpc>
                <a:spcPct val="90000"/>
              </a:lnSpc>
              <a:buNone/>
            </a:pPr>
            <a:r>
              <a:rPr lang="es-ES" altLang="es-AR" dirty="0"/>
              <a:t>	</a:t>
            </a:r>
            <a:r>
              <a:rPr lang="es-ES" altLang="es-AR" i="1" dirty="0"/>
              <a:t>Ejemplos</a:t>
            </a:r>
          </a:p>
          <a:p>
            <a:pPr eaLnBrk="1" hangingPunct="1">
              <a:lnSpc>
                <a:spcPct val="90000"/>
              </a:lnSpc>
              <a:buNone/>
            </a:pPr>
            <a:r>
              <a:rPr lang="es-ES" altLang="es-AR" dirty="0"/>
              <a:t>		*Interrupciones</a:t>
            </a:r>
          </a:p>
          <a:p>
            <a:pPr eaLnBrk="1" hangingPunct="1">
              <a:lnSpc>
                <a:spcPct val="90000"/>
              </a:lnSpc>
              <a:buNone/>
            </a:pPr>
            <a:r>
              <a:rPr lang="es-ES" altLang="es-AR" dirty="0"/>
              <a:t>		*Señales</a:t>
            </a:r>
          </a:p>
          <a:p>
            <a:pPr eaLnBrk="1" hangingPunct="1">
              <a:lnSpc>
                <a:spcPct val="90000"/>
              </a:lnSpc>
              <a:buNone/>
            </a:pPr>
            <a:r>
              <a:rPr lang="es-ES" altLang="es-AR" dirty="0"/>
              <a:t>		*Buffer de E/S </a:t>
            </a:r>
          </a:p>
        </p:txBody>
      </p:sp>
      <p:sp>
        <p:nvSpPr>
          <p:cNvPr id="3" name="Rectangle 2"/>
          <p:cNvSpPr>
            <a:spLocks noGrp="1" noChangeArrowheads="1"/>
          </p:cNvSpPr>
          <p:nvPr>
            <p:ph type="title"/>
          </p:nvPr>
        </p:nvSpPr>
        <p:spPr>
          <a:xfrm>
            <a:off x="1535767" y="528576"/>
            <a:ext cx="6589200" cy="945382"/>
          </a:xfrm>
        </p:spPr>
        <p:txBody>
          <a:bodyPr/>
          <a:lstStyle/>
          <a:p>
            <a:pPr eaLnBrk="1" hangingPunct="1"/>
            <a:r>
              <a:rPr lang="es-ES" altLang="es-AR" sz="4000" dirty="0" smtClean="0"/>
              <a:t>RECURSOS </a:t>
            </a:r>
            <a:r>
              <a:rPr lang="es-ES" altLang="es-AR" sz="4000" dirty="0" smtClean="0"/>
              <a:t>CONSUMIBLES</a:t>
            </a:r>
            <a:endParaRPr lang="es-ES" altLang="es-AR" sz="4000" dirty="0" smtClean="0"/>
          </a:p>
        </p:txBody>
      </p:sp>
    </p:spTree>
    <p:extLst>
      <p:ext uri="{BB962C8B-B14F-4D97-AF65-F5344CB8AC3E}">
        <p14:creationId xmlns:p14="http://schemas.microsoft.com/office/powerpoint/2010/main" val="508424782"/>
      </p:ext>
    </p:extLst>
  </p:cSld>
  <p:clrMapOvr>
    <a:masterClrMapping/>
  </p:clrMapOvr>
  <p:transition>
    <p:cover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title"/>
          </p:nvPr>
        </p:nvSpPr>
        <p:spPr>
          <a:xfrm>
            <a:off x="1945200" y="624110"/>
            <a:ext cx="6589199" cy="1280889"/>
          </a:xfrm>
          <a:prstGeom prst="rect">
            <a:avLst/>
          </a:prstGeom>
          <a:noFill/>
          <a:ln>
            <a:noFill/>
          </a:ln>
        </p:spPr>
        <p:txBody>
          <a:bodyPr lIns="91425" tIns="45700" rIns="91425" bIns="45700" anchor="t" anchorCtr="0">
            <a:noAutofit/>
          </a:bodyPr>
          <a:lstStyle/>
          <a:p>
            <a:pPr marL="0" marR="0" lvl="0" indent="0" algn="l" rtl="0">
              <a:spcBef>
                <a:spcPts val="0"/>
              </a:spcBef>
              <a:buClr>
                <a:srgbClr val="262626"/>
              </a:buClr>
              <a:buSzPct val="25000"/>
              <a:buFont typeface="Questrial"/>
              <a:buNone/>
            </a:pPr>
            <a:r>
              <a:rPr lang="es-AR" sz="3600" b="0" i="0" u="none" strike="noStrike" cap="none">
                <a:solidFill>
                  <a:srgbClr val="262626"/>
                </a:solidFill>
                <a:latin typeface="Questrial"/>
                <a:ea typeface="Questrial"/>
                <a:cs typeface="Questrial"/>
                <a:sym typeface="Questrial"/>
              </a:rPr>
              <a:t>Asignación de recursos</a:t>
            </a:r>
          </a:p>
        </p:txBody>
      </p:sp>
      <p:pic>
        <p:nvPicPr>
          <p:cNvPr id="85" name="Shape 85" descr="http://academic.udayton.edu/SaverioPerugini/courses/cps346/lecture_notes/images/osc74.png"/>
          <p:cNvPicPr preferRelativeResize="0"/>
          <p:nvPr/>
        </p:nvPicPr>
        <p:blipFill rotWithShape="1">
          <a:blip r:embed="rId3">
            <a:alphaModFix/>
          </a:blip>
          <a:srcRect/>
          <a:stretch/>
        </p:blipFill>
        <p:spPr>
          <a:xfrm>
            <a:off x="2362200" y="1752600"/>
            <a:ext cx="4531798" cy="4365800"/>
          </a:xfrm>
          <a:prstGeom prst="rect">
            <a:avLst/>
          </a:prstGeom>
          <a:noFill/>
          <a:ln>
            <a:noFill/>
          </a:ln>
        </p:spPr>
      </p:pic>
    </p:spTree>
    <p:extLst>
      <p:ext uri="{BB962C8B-B14F-4D97-AF65-F5344CB8AC3E}">
        <p14:creationId xmlns:p14="http://schemas.microsoft.com/office/powerpoint/2010/main" val="31003836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
          <p:cNvSpPr>
            <a:spLocks noGrp="1" noChangeArrowheads="1"/>
          </p:cNvSpPr>
          <p:nvPr>
            <p:ph type="body" idx="1"/>
          </p:nvPr>
        </p:nvSpPr>
        <p:spPr>
          <a:xfrm>
            <a:off x="569509" y="1637731"/>
            <a:ext cx="8383421" cy="3289112"/>
          </a:xfrm>
        </p:spPr>
        <p:txBody>
          <a:bodyPr/>
          <a:lstStyle/>
          <a:p>
            <a:pPr eaLnBrk="1" hangingPunct="1">
              <a:buFont typeface="Wingdings" panose="05000000000000000000" pitchFamily="2" charset="2"/>
              <a:buNone/>
            </a:pPr>
            <a:r>
              <a:rPr lang="es-ES" altLang="es-AR" dirty="0" smtClean="0"/>
              <a:t>Prevención </a:t>
            </a:r>
            <a:endParaRPr lang="es-ES" altLang="es-AR" dirty="0" smtClean="0"/>
          </a:p>
          <a:p>
            <a:pPr eaLnBrk="1" hangingPunct="1">
              <a:buFont typeface="Wingdings" panose="05000000000000000000" pitchFamily="2" charset="2"/>
              <a:buNone/>
            </a:pPr>
            <a:r>
              <a:rPr lang="es-ES" altLang="es-AR" dirty="0" smtClean="0"/>
              <a:t>Predicción </a:t>
            </a:r>
            <a:r>
              <a:rPr lang="es-ES" altLang="es-AR" dirty="0" smtClean="0">
                <a:sym typeface="Wingdings" panose="05000000000000000000" pitchFamily="2" charset="2"/>
              </a:rPr>
              <a:t> revisar condiciones de interbloqueo</a:t>
            </a:r>
          </a:p>
          <a:p>
            <a:pPr eaLnBrk="1" hangingPunct="1">
              <a:buFont typeface="Wingdings" panose="05000000000000000000" pitchFamily="2" charset="2"/>
              <a:buNone/>
            </a:pPr>
            <a:r>
              <a:rPr lang="es-ES" altLang="es-AR" dirty="0" smtClean="0">
                <a:sym typeface="Wingdings" panose="05000000000000000000" pitchFamily="2" charset="2"/>
              </a:rPr>
              <a:t>Detección</a:t>
            </a:r>
            <a:endParaRPr lang="es-ES" altLang="es-AR" dirty="0" smtClean="0">
              <a:sym typeface="Wingdings" panose="05000000000000000000" pitchFamily="2" charset="2"/>
            </a:endParaRPr>
          </a:p>
          <a:p>
            <a:pPr eaLnBrk="1" hangingPunct="1">
              <a:buFont typeface="Wingdings" panose="05000000000000000000" pitchFamily="2" charset="2"/>
              <a:buNone/>
            </a:pPr>
            <a:endParaRPr lang="es-ES" altLang="es-AR" dirty="0" smtClean="0"/>
          </a:p>
          <a:p>
            <a:pPr eaLnBrk="1" hangingPunct="1">
              <a:buFont typeface="Wingdings" panose="05000000000000000000" pitchFamily="2" charset="2"/>
              <a:buNone/>
            </a:pPr>
            <a:r>
              <a:rPr lang="es-ES" altLang="es-AR" dirty="0" smtClean="0"/>
              <a:t>Condiciones de interbloqueo</a:t>
            </a:r>
          </a:p>
          <a:p>
            <a:pPr eaLnBrk="1" hangingPunct="1">
              <a:buFont typeface="Wingdings" panose="05000000000000000000" pitchFamily="2" charset="2"/>
              <a:buNone/>
            </a:pPr>
            <a:r>
              <a:rPr lang="es-ES" altLang="es-AR" dirty="0" smtClean="0"/>
              <a:t>	Deben darse tres condiciones para que pueda producirse un interbloqueo, las cuales son:</a:t>
            </a:r>
          </a:p>
          <a:p>
            <a:pPr eaLnBrk="1" hangingPunct="1">
              <a:buFont typeface="Wingdings" panose="05000000000000000000" pitchFamily="2" charset="2"/>
              <a:buNone/>
            </a:pPr>
            <a:endParaRPr lang="es-ES" altLang="es-AR" dirty="0" smtClean="0"/>
          </a:p>
        </p:txBody>
      </p:sp>
      <p:sp>
        <p:nvSpPr>
          <p:cNvPr id="3" name="Rectangle 2"/>
          <p:cNvSpPr>
            <a:spLocks noGrp="1" noChangeArrowheads="1"/>
          </p:cNvSpPr>
          <p:nvPr>
            <p:ph type="title"/>
          </p:nvPr>
        </p:nvSpPr>
        <p:spPr>
          <a:xfrm>
            <a:off x="1535767" y="528576"/>
            <a:ext cx="6589200" cy="945382"/>
          </a:xfrm>
        </p:spPr>
        <p:txBody>
          <a:bodyPr/>
          <a:lstStyle/>
          <a:p>
            <a:pPr eaLnBrk="1" hangingPunct="1"/>
            <a:r>
              <a:rPr lang="es-ES" altLang="es-AR" sz="4000" dirty="0" smtClean="0"/>
              <a:t>ELEMENTOS CLAVES</a:t>
            </a:r>
            <a:endParaRPr lang="es-ES" altLang="es-AR" sz="4000" dirty="0" smtClean="0"/>
          </a:p>
        </p:txBody>
      </p:sp>
    </p:spTree>
    <p:extLst>
      <p:ext uri="{BB962C8B-B14F-4D97-AF65-F5344CB8AC3E}">
        <p14:creationId xmlns:p14="http://schemas.microsoft.com/office/powerpoint/2010/main" val="266964851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3"/>
          <p:cNvSpPr>
            <a:spLocks noGrp="1" noChangeArrowheads="1"/>
          </p:cNvSpPr>
          <p:nvPr>
            <p:ph type="body" idx="1"/>
          </p:nvPr>
        </p:nvSpPr>
        <p:spPr>
          <a:xfrm>
            <a:off x="1001452" y="1746912"/>
            <a:ext cx="7815002" cy="4763069"/>
          </a:xfrm>
        </p:spPr>
        <p:txBody>
          <a:bodyPr/>
          <a:lstStyle/>
          <a:p>
            <a:pPr eaLnBrk="1" hangingPunct="1">
              <a:buFont typeface="Wingdings" panose="05000000000000000000" pitchFamily="2" charset="2"/>
              <a:buNone/>
            </a:pPr>
            <a:r>
              <a:rPr lang="es-ES" altLang="es-AR" dirty="0" smtClean="0"/>
              <a:t>		1.- Exclusión Mutua: solo un proceso puede usar un recurso cada vez.</a:t>
            </a:r>
          </a:p>
          <a:p>
            <a:pPr eaLnBrk="1" hangingPunct="1">
              <a:buFont typeface="Wingdings" panose="05000000000000000000" pitchFamily="2" charset="2"/>
              <a:buNone/>
            </a:pPr>
            <a:r>
              <a:rPr lang="es-ES" altLang="es-AR" dirty="0" smtClean="0"/>
              <a:t>		 Hace falta para asegurar consistencia </a:t>
            </a:r>
            <a:r>
              <a:rPr lang="es-ES" altLang="es-AR" dirty="0" smtClean="0"/>
              <a:t>de </a:t>
            </a:r>
            <a:r>
              <a:rPr lang="es-ES" altLang="es-AR" dirty="0" smtClean="0"/>
              <a:t>resultados y la integridad de BD</a:t>
            </a:r>
          </a:p>
          <a:p>
            <a:pPr eaLnBrk="1" hangingPunct="1">
              <a:buFont typeface="Wingdings" panose="05000000000000000000" pitchFamily="2" charset="2"/>
              <a:buNone/>
            </a:pPr>
            <a:r>
              <a:rPr lang="es-ES" altLang="es-AR" dirty="0" smtClean="0"/>
              <a:t>		</a:t>
            </a:r>
          </a:p>
          <a:p>
            <a:pPr eaLnBrk="1" hangingPunct="1">
              <a:buFont typeface="Wingdings" panose="05000000000000000000" pitchFamily="2" charset="2"/>
              <a:buNone/>
            </a:pPr>
            <a:r>
              <a:rPr lang="es-ES" altLang="es-AR" dirty="0" smtClean="0"/>
              <a:t>		2.- Retención y Espera: un proceso puede retener unos recursos asignados mientras espera que se le asignen otros</a:t>
            </a:r>
          </a:p>
          <a:p>
            <a:pPr eaLnBrk="1" hangingPunct="1">
              <a:buFont typeface="Wingdings" panose="05000000000000000000" pitchFamily="2" charset="2"/>
              <a:buNone/>
            </a:pPr>
            <a:endParaRPr lang="es-ES" altLang="es-AR" dirty="0" smtClean="0"/>
          </a:p>
          <a:p>
            <a:pPr eaLnBrk="1" hangingPunct="1">
              <a:buFont typeface="Wingdings" panose="05000000000000000000" pitchFamily="2" charset="2"/>
              <a:buNone/>
            </a:pPr>
            <a:r>
              <a:rPr lang="es-ES" altLang="es-AR" dirty="0" smtClean="0"/>
              <a:t>		3.- No Apropiación: ningún proceso puede ser forzado a abandonar un recurso que retenga; la apropiación no puede aplicar arbitrariamente.</a:t>
            </a:r>
          </a:p>
          <a:p>
            <a:pPr eaLnBrk="1" hangingPunct="1">
              <a:buFont typeface="Wingdings" panose="05000000000000000000" pitchFamily="2" charset="2"/>
              <a:buNone/>
            </a:pPr>
            <a:endParaRPr lang="es-ES" altLang="es-AR" dirty="0" smtClean="0"/>
          </a:p>
        </p:txBody>
      </p:sp>
      <p:sp>
        <p:nvSpPr>
          <p:cNvPr id="3" name="Rectangle 2"/>
          <p:cNvSpPr>
            <a:spLocks noGrp="1" noChangeArrowheads="1"/>
          </p:cNvSpPr>
          <p:nvPr>
            <p:ph type="title"/>
          </p:nvPr>
        </p:nvSpPr>
        <p:spPr>
          <a:xfrm>
            <a:off x="1535767" y="528576"/>
            <a:ext cx="7103266" cy="945382"/>
          </a:xfrm>
        </p:spPr>
        <p:txBody>
          <a:bodyPr/>
          <a:lstStyle/>
          <a:p>
            <a:pPr eaLnBrk="1" hangingPunct="1"/>
            <a:r>
              <a:rPr lang="es-ES" altLang="es-AR" sz="4000" dirty="0" smtClean="0"/>
              <a:t>CONDICIONES NECESARIAS</a:t>
            </a:r>
            <a:endParaRPr lang="es-ES" altLang="es-AR" sz="4000" dirty="0" smtClean="0"/>
          </a:p>
        </p:txBody>
      </p:sp>
    </p:spTree>
    <p:extLst>
      <p:ext uri="{BB962C8B-B14F-4D97-AF65-F5344CB8AC3E}">
        <p14:creationId xmlns:p14="http://schemas.microsoft.com/office/powerpoint/2010/main" val="12226853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3"/>
          <p:cNvSpPr>
            <a:spLocks noGrp="1" noChangeArrowheads="1"/>
          </p:cNvSpPr>
          <p:nvPr>
            <p:ph type="body" idx="1"/>
          </p:nvPr>
        </p:nvSpPr>
        <p:spPr>
          <a:xfrm>
            <a:off x="228316" y="1943811"/>
            <a:ext cx="8705850" cy="2246052"/>
          </a:xfrm>
        </p:spPr>
        <p:txBody>
          <a:bodyPr/>
          <a:lstStyle/>
          <a:p>
            <a:pPr eaLnBrk="1" hangingPunct="1">
              <a:buFont typeface="Wingdings" panose="05000000000000000000" pitchFamily="2" charset="2"/>
              <a:buNone/>
            </a:pPr>
            <a:r>
              <a:rPr lang="es-ES" altLang="es-AR" dirty="0" smtClean="0"/>
              <a:t>	Puede existir interbloqueos con estas tres condiciones pero puede haber una cuarta que produzca un interbloqueo.</a:t>
            </a:r>
          </a:p>
          <a:p>
            <a:pPr eaLnBrk="1" hangingPunct="1">
              <a:buFont typeface="Wingdings" panose="05000000000000000000" pitchFamily="2" charset="2"/>
              <a:buNone/>
            </a:pPr>
            <a:endParaRPr lang="es-ES" altLang="es-AR" dirty="0" smtClean="0"/>
          </a:p>
          <a:p>
            <a:pPr eaLnBrk="1" hangingPunct="1">
              <a:buFont typeface="Wingdings" panose="05000000000000000000" pitchFamily="2" charset="2"/>
              <a:buNone/>
            </a:pPr>
            <a:r>
              <a:rPr lang="es-ES" altLang="es-AR" dirty="0" smtClean="0"/>
              <a:t>		4.- Espera Circular: </a:t>
            </a:r>
            <a:r>
              <a:rPr lang="es-ES" altLang="es-AR" dirty="0" smtClean="0"/>
              <a:t>Cadena </a:t>
            </a:r>
            <a:r>
              <a:rPr lang="es-ES" altLang="es-AR" dirty="0" smtClean="0"/>
              <a:t>cerrada de procesos, retiene al menos un recurso que </a:t>
            </a:r>
            <a:r>
              <a:rPr lang="es-ES" altLang="es-AR" dirty="0" smtClean="0"/>
              <a:t>necesita </a:t>
            </a:r>
            <a:r>
              <a:rPr lang="es-ES" altLang="es-AR" dirty="0" smtClean="0"/>
              <a:t>el siguiente proceso de la cadena.</a:t>
            </a:r>
          </a:p>
          <a:p>
            <a:pPr eaLnBrk="1" hangingPunct="1">
              <a:buFont typeface="Wingdings" panose="05000000000000000000" pitchFamily="2" charset="2"/>
              <a:buNone/>
            </a:pPr>
            <a:r>
              <a:rPr lang="es-ES" altLang="es-AR" dirty="0" smtClean="0"/>
              <a:t>		</a:t>
            </a:r>
          </a:p>
        </p:txBody>
      </p:sp>
      <p:sp>
        <p:nvSpPr>
          <p:cNvPr id="3" name="Rectangle 2"/>
          <p:cNvSpPr>
            <a:spLocks noGrp="1" noChangeArrowheads="1"/>
          </p:cNvSpPr>
          <p:nvPr>
            <p:ph type="title"/>
          </p:nvPr>
        </p:nvSpPr>
        <p:spPr>
          <a:xfrm>
            <a:off x="1535767" y="528576"/>
            <a:ext cx="7103266" cy="945382"/>
          </a:xfrm>
        </p:spPr>
        <p:txBody>
          <a:bodyPr/>
          <a:lstStyle/>
          <a:p>
            <a:pPr eaLnBrk="1" hangingPunct="1"/>
            <a:r>
              <a:rPr lang="es-ES" altLang="es-AR" sz="4000" dirty="0" smtClean="0"/>
              <a:t>CONDICION SUFICIENTE</a:t>
            </a:r>
            <a:endParaRPr lang="es-ES" altLang="es-AR" sz="4000" dirty="0" smtClean="0"/>
          </a:p>
        </p:txBody>
      </p:sp>
    </p:spTree>
    <p:extLst>
      <p:ext uri="{BB962C8B-B14F-4D97-AF65-F5344CB8AC3E}">
        <p14:creationId xmlns:p14="http://schemas.microsoft.com/office/powerpoint/2010/main" val="101513074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Shape 77"/>
          <p:cNvSpPr txBox="1">
            <a:spLocks noGrp="1"/>
          </p:cNvSpPr>
          <p:nvPr>
            <p:ph type="title"/>
          </p:nvPr>
        </p:nvSpPr>
        <p:spPr>
          <a:xfrm>
            <a:off x="1945200" y="624110"/>
            <a:ext cx="6589199" cy="1280889"/>
          </a:xfrm>
          <a:prstGeom prst="rect">
            <a:avLst/>
          </a:prstGeom>
          <a:noFill/>
          <a:ln>
            <a:noFill/>
          </a:ln>
        </p:spPr>
        <p:txBody>
          <a:bodyPr lIns="91425" tIns="45700" rIns="91425" bIns="45700" anchor="t" anchorCtr="0">
            <a:noAutofit/>
          </a:bodyPr>
          <a:lstStyle/>
          <a:p>
            <a:pPr marL="0" marR="0" lvl="0" indent="0" algn="l" rtl="0">
              <a:spcBef>
                <a:spcPts val="0"/>
              </a:spcBef>
              <a:buClr>
                <a:srgbClr val="262626"/>
              </a:buClr>
              <a:buSzPct val="25000"/>
              <a:buFont typeface="Questrial"/>
              <a:buNone/>
            </a:pPr>
            <a:r>
              <a:rPr lang="es-AR" sz="3600" b="0" i="0" u="none" strike="noStrike" cap="none">
                <a:solidFill>
                  <a:srgbClr val="262626"/>
                </a:solidFill>
                <a:latin typeface="Questrial"/>
                <a:ea typeface="Questrial"/>
                <a:cs typeface="Questrial"/>
                <a:sym typeface="Questrial"/>
              </a:rPr>
              <a:t>Deadlock</a:t>
            </a:r>
          </a:p>
        </p:txBody>
      </p:sp>
      <p:sp>
        <p:nvSpPr>
          <p:cNvPr id="78" name="Shape 78"/>
          <p:cNvSpPr txBox="1"/>
          <p:nvPr/>
        </p:nvSpPr>
        <p:spPr>
          <a:xfrm>
            <a:off x="1588008" y="1752600"/>
            <a:ext cx="6380988" cy="4648199"/>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SzPct val="100000"/>
              <a:buFont typeface="Noto Sans Symbols"/>
              <a:buChar char="●"/>
            </a:pPr>
            <a:r>
              <a:rPr lang="es-AR" sz="2000" b="0" i="0" u="none" strike="noStrike" cap="none">
                <a:solidFill>
                  <a:srgbClr val="3F3F3F"/>
                </a:solidFill>
                <a:latin typeface="Questrial"/>
                <a:ea typeface="Questrial"/>
                <a:cs typeface="Questrial"/>
                <a:sym typeface="Questrial"/>
              </a:rPr>
              <a:t>Bloqueo entre dos o más procesos que cumple con las siguientes condiciones:</a:t>
            </a:r>
          </a:p>
          <a:p>
            <a:pPr marL="342900" marR="0" lvl="0" indent="-342900" algn="l" rtl="0">
              <a:spcBef>
                <a:spcPts val="1000"/>
              </a:spcBef>
              <a:spcAft>
                <a:spcPts val="0"/>
              </a:spcAft>
              <a:buClr>
                <a:schemeClr val="accent1"/>
              </a:buClr>
              <a:buFont typeface="Noto Sans Symbols"/>
              <a:buNone/>
            </a:pPr>
            <a:endParaRPr sz="1800" b="0" i="0" u="none" strike="noStrike" cap="none">
              <a:solidFill>
                <a:srgbClr val="3F3F3F"/>
              </a:solidFill>
              <a:latin typeface="Questrial"/>
              <a:ea typeface="Questrial"/>
              <a:cs typeface="Questrial"/>
              <a:sym typeface="Questrial"/>
            </a:endParaRPr>
          </a:p>
          <a:p>
            <a:pPr marL="342900" marR="0" lvl="0" indent="-342900" algn="l" rtl="0">
              <a:spcBef>
                <a:spcPts val="1000"/>
              </a:spcBef>
              <a:spcAft>
                <a:spcPts val="0"/>
              </a:spcAft>
              <a:buSzPct val="100000"/>
              <a:buFont typeface="Noto Sans Symbols"/>
              <a:buChar char="●"/>
            </a:pPr>
            <a:r>
              <a:rPr lang="es-AR" sz="2000" b="0" i="0" u="none" strike="noStrike" cap="none">
                <a:solidFill>
                  <a:schemeClr val="dk1"/>
                </a:solidFill>
                <a:latin typeface="Questrial"/>
                <a:ea typeface="Questrial"/>
                <a:cs typeface="Questrial"/>
                <a:sym typeface="Questrial"/>
              </a:rPr>
              <a:t>Mutua exclusión</a:t>
            </a:r>
          </a:p>
          <a:p>
            <a:pPr marL="342900" marR="0" lvl="0" indent="-342900" algn="l" rtl="0">
              <a:spcBef>
                <a:spcPts val="1000"/>
              </a:spcBef>
              <a:spcAft>
                <a:spcPts val="0"/>
              </a:spcAft>
              <a:buSzPct val="100000"/>
              <a:buFont typeface="Noto Sans Symbols"/>
              <a:buChar char="●"/>
            </a:pPr>
            <a:r>
              <a:rPr lang="es-AR" sz="2000" b="0" i="0" u="none" strike="noStrike" cap="none">
                <a:solidFill>
                  <a:schemeClr val="dk1"/>
                </a:solidFill>
                <a:latin typeface="Questrial"/>
                <a:ea typeface="Questrial"/>
                <a:cs typeface="Questrial"/>
                <a:sym typeface="Questrial"/>
              </a:rPr>
              <a:t>Espera y retención</a:t>
            </a:r>
          </a:p>
          <a:p>
            <a:pPr marL="342900" marR="0" lvl="0" indent="-342900" algn="l" rtl="0">
              <a:spcBef>
                <a:spcPts val="1000"/>
              </a:spcBef>
              <a:spcAft>
                <a:spcPts val="0"/>
              </a:spcAft>
              <a:buSzPct val="100000"/>
              <a:buFont typeface="Noto Sans Symbols"/>
              <a:buChar char="●"/>
            </a:pPr>
            <a:r>
              <a:rPr lang="es-AR" sz="2000" b="0" i="0" u="none" strike="noStrike" cap="none">
                <a:solidFill>
                  <a:schemeClr val="dk1"/>
                </a:solidFill>
                <a:latin typeface="Questrial"/>
                <a:ea typeface="Questrial"/>
                <a:cs typeface="Questrial"/>
                <a:sym typeface="Questrial"/>
              </a:rPr>
              <a:t>No ocurre desalojo</a:t>
            </a:r>
          </a:p>
          <a:p>
            <a:pPr marL="342900" marR="0" lvl="0" indent="-342900" algn="l" rtl="0">
              <a:spcBef>
                <a:spcPts val="1000"/>
              </a:spcBef>
              <a:spcAft>
                <a:spcPts val="0"/>
              </a:spcAft>
              <a:buSzPct val="100000"/>
              <a:buFont typeface="Noto Sans Symbols"/>
              <a:buChar char="●"/>
            </a:pPr>
            <a:r>
              <a:rPr lang="es-AR" sz="2000" b="0" i="0" u="none" strike="noStrike" cap="none">
                <a:solidFill>
                  <a:schemeClr val="dk1"/>
                </a:solidFill>
                <a:latin typeface="Questrial"/>
                <a:ea typeface="Questrial"/>
                <a:cs typeface="Questrial"/>
                <a:sym typeface="Questrial"/>
              </a:rPr>
              <a:t>Espera circular</a:t>
            </a:r>
          </a:p>
          <a:p>
            <a:pPr marL="342900" marR="0" lvl="0" indent="-342900" algn="l" rtl="0">
              <a:spcBef>
                <a:spcPts val="1000"/>
              </a:spcBef>
              <a:spcAft>
                <a:spcPts val="0"/>
              </a:spcAft>
              <a:buClr>
                <a:schemeClr val="accent1"/>
              </a:buClr>
              <a:buFont typeface="Noto Sans Symbols"/>
              <a:buNone/>
            </a:pPr>
            <a:endParaRPr sz="1800" b="0" i="0" u="none" strike="noStrike" cap="none">
              <a:solidFill>
                <a:schemeClr val="dk1"/>
              </a:solidFill>
              <a:latin typeface="Questrial"/>
              <a:ea typeface="Questrial"/>
              <a:cs typeface="Questrial"/>
              <a:sym typeface="Questrial"/>
            </a:endParaRPr>
          </a:p>
          <a:p>
            <a:pPr marL="342900" marR="0" lvl="0" indent="-342900" algn="l" rtl="0">
              <a:spcBef>
                <a:spcPts val="1000"/>
              </a:spcBef>
              <a:spcAft>
                <a:spcPts val="0"/>
              </a:spcAft>
              <a:buClr>
                <a:schemeClr val="accent1"/>
              </a:buClr>
              <a:buFont typeface="Noto Sans Symbols"/>
              <a:buNone/>
            </a:pPr>
            <a:endParaRPr sz="1800" b="0" i="0" u="none" strike="noStrike" cap="none">
              <a:solidFill>
                <a:schemeClr val="dk1"/>
              </a:solidFill>
              <a:latin typeface="Questrial"/>
              <a:ea typeface="Questrial"/>
              <a:cs typeface="Questrial"/>
              <a:sym typeface="Questrial"/>
            </a:endParaRPr>
          </a:p>
        </p:txBody>
      </p:sp>
      <p:pic>
        <p:nvPicPr>
          <p:cNvPr id="79" name="Shape 79" descr="http://denninginstitute.com/itcore/processes/Traffic.gif"/>
          <p:cNvPicPr preferRelativeResize="0"/>
          <p:nvPr/>
        </p:nvPicPr>
        <p:blipFill rotWithShape="1">
          <a:blip r:embed="rId3">
            <a:alphaModFix/>
          </a:blip>
          <a:srcRect/>
          <a:stretch/>
        </p:blipFill>
        <p:spPr>
          <a:xfrm>
            <a:off x="4800600" y="2719386"/>
            <a:ext cx="3168395" cy="3116624"/>
          </a:xfrm>
          <a:prstGeom prst="rect">
            <a:avLst/>
          </a:prstGeom>
          <a:noFill/>
          <a:ln>
            <a:noFill/>
          </a:ln>
        </p:spPr>
      </p:pic>
    </p:spTree>
    <p:extLst>
      <p:ext uri="{BB962C8B-B14F-4D97-AF65-F5344CB8AC3E}">
        <p14:creationId xmlns:p14="http://schemas.microsoft.com/office/powerpoint/2010/main" val="357014122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8"/>
          <p:cNvSpPr txBox="1">
            <a:spLocks noChangeArrowheads="1"/>
          </p:cNvSpPr>
          <p:nvPr/>
        </p:nvSpPr>
        <p:spPr bwMode="auto">
          <a:xfrm>
            <a:off x="1433015" y="586854"/>
            <a:ext cx="771098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algn="ctr" eaLnBrk="1" hangingPunct="1">
              <a:spcBef>
                <a:spcPct val="50000"/>
              </a:spcBef>
            </a:pPr>
            <a:r>
              <a:rPr lang="es-ES" altLang="es-AR" sz="4000" dirty="0">
                <a:solidFill>
                  <a:srgbClr val="262626"/>
                </a:solidFill>
                <a:latin typeface="Questrial"/>
                <a:ea typeface="Questrial"/>
                <a:cs typeface="Questrial"/>
                <a:sym typeface="Questrial"/>
              </a:rPr>
              <a:t>TABLA DE </a:t>
            </a:r>
            <a:r>
              <a:rPr lang="es-ES" altLang="es-AR" sz="4000" dirty="0" smtClean="0">
                <a:solidFill>
                  <a:srgbClr val="262626"/>
                </a:solidFill>
                <a:latin typeface="Questrial"/>
                <a:ea typeface="Questrial"/>
                <a:cs typeface="Questrial"/>
                <a:sym typeface="Questrial"/>
              </a:rPr>
              <a:t>ELEMENTOS </a:t>
            </a:r>
            <a:r>
              <a:rPr lang="es-ES" altLang="es-AR" sz="4000" dirty="0">
                <a:solidFill>
                  <a:srgbClr val="262626"/>
                </a:solidFill>
                <a:latin typeface="Questrial"/>
                <a:ea typeface="Questrial"/>
                <a:cs typeface="Questrial"/>
                <a:sym typeface="Questrial"/>
              </a:rPr>
              <a:t>CLAVES</a:t>
            </a:r>
          </a:p>
        </p:txBody>
      </p:sp>
      <p:pic>
        <p:nvPicPr>
          <p:cNvPr id="7" name="Picture 6" descr="C:\My PageManager\Inbox\docu00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686322" y="1294740"/>
            <a:ext cx="8157428" cy="5490860"/>
          </a:xfrm>
          <a:prstGeom prst="rect">
            <a:avLst/>
          </a:prstGeom>
          <a:noFill/>
          <a:ln>
            <a:noFill/>
          </a:ln>
        </p:spPr>
      </p:pic>
    </p:spTree>
    <p:extLst>
      <p:ext uri="{BB962C8B-B14F-4D97-AF65-F5344CB8AC3E}">
        <p14:creationId xmlns:p14="http://schemas.microsoft.com/office/powerpoint/2010/main" val="5690908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1371600" y="374175"/>
            <a:ext cx="7676866" cy="1415742"/>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s-ES" altLang="es-AR" sz="4000" dirty="0">
                <a:sym typeface="Arial"/>
              </a:rPr>
              <a:t>PREVENCION DEL INTERBLOQUEO</a:t>
            </a:r>
          </a:p>
        </p:txBody>
      </p:sp>
      <p:pic>
        <p:nvPicPr>
          <p:cNvPr id="4" name="Picture 6" descr="C:\My PageManager\Inbox\docu00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a:xfrm>
            <a:off x="2515453" y="1994633"/>
            <a:ext cx="5389160" cy="4425881"/>
          </a:xfrm>
          <a:prstGeom prst="rect">
            <a:avLst/>
          </a:prstGeom>
          <a:noFill/>
          <a:ln>
            <a:noFill/>
          </a:ln>
        </p:spPr>
      </p:pic>
    </p:spTree>
    <p:extLst>
      <p:ext uri="{BB962C8B-B14F-4D97-AF65-F5344CB8AC3E}">
        <p14:creationId xmlns:p14="http://schemas.microsoft.com/office/powerpoint/2010/main" val="246300313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3"/>
          <p:cNvSpPr>
            <a:spLocks noGrp="1" noChangeArrowheads="1"/>
          </p:cNvSpPr>
          <p:nvPr>
            <p:ph type="body" idx="1"/>
          </p:nvPr>
        </p:nvSpPr>
        <p:spPr>
          <a:xfrm>
            <a:off x="687411" y="1723718"/>
            <a:ext cx="8047156" cy="2943817"/>
          </a:xfrm>
        </p:spPr>
        <p:txBody>
          <a:bodyPr/>
          <a:lstStyle/>
          <a:p>
            <a:pPr eaLnBrk="1" hangingPunct="1">
              <a:buFont typeface="Wingdings" panose="05000000000000000000" pitchFamily="2" charset="2"/>
              <a:buNone/>
            </a:pPr>
            <a:r>
              <a:rPr lang="es-ES" altLang="es-AR" dirty="0" smtClean="0"/>
              <a:t>	La </a:t>
            </a:r>
            <a:r>
              <a:rPr lang="es-ES" altLang="es-AR" dirty="0" smtClean="0"/>
              <a:t>estrategia de prevención del interbloqueo consiste a grandes rasgos en diseñar un sistema de manera que este excluida la posibilidad de interbloqueo, existen dos métodos:</a:t>
            </a:r>
          </a:p>
          <a:p>
            <a:pPr eaLnBrk="1" hangingPunct="1">
              <a:buFont typeface="Wingdings" panose="05000000000000000000" pitchFamily="2" charset="2"/>
              <a:buNone/>
            </a:pPr>
            <a:r>
              <a:rPr lang="es-ES" altLang="es-AR" dirty="0" smtClean="0"/>
              <a:t>	*Indirectos: Impiden la aparición de las tres condiciones antes mencionadas.</a:t>
            </a:r>
          </a:p>
          <a:p>
            <a:pPr eaLnBrk="1" hangingPunct="1">
              <a:buFont typeface="Wingdings" panose="05000000000000000000" pitchFamily="2" charset="2"/>
              <a:buNone/>
            </a:pPr>
            <a:r>
              <a:rPr lang="es-ES" altLang="es-AR" dirty="0" smtClean="0"/>
              <a:t>	*Directos: Evitan la aparición del círculo vicioso de espera</a:t>
            </a:r>
          </a:p>
        </p:txBody>
      </p:sp>
      <p:sp>
        <p:nvSpPr>
          <p:cNvPr id="3" name="Rectangle 2"/>
          <p:cNvSpPr>
            <a:spLocks noGrp="1" noChangeArrowheads="1"/>
          </p:cNvSpPr>
          <p:nvPr>
            <p:ph type="title"/>
          </p:nvPr>
        </p:nvSpPr>
        <p:spPr>
          <a:xfrm>
            <a:off x="1603611" y="551595"/>
            <a:ext cx="5261212" cy="800189"/>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spcBef>
                <a:spcPct val="50000"/>
              </a:spcBef>
            </a:pPr>
            <a:r>
              <a:rPr lang="es-ES" altLang="es-AR" sz="4000" dirty="0" smtClean="0">
                <a:sym typeface="Arial"/>
              </a:rPr>
              <a:t>ESTRATEGIAS</a:t>
            </a:r>
            <a:endParaRPr lang="es-ES" altLang="es-AR" sz="4000" dirty="0">
              <a:sym typeface="Arial"/>
            </a:endParaRPr>
          </a:p>
        </p:txBody>
      </p:sp>
    </p:spTree>
    <p:extLst>
      <p:ext uri="{BB962C8B-B14F-4D97-AF65-F5344CB8AC3E}">
        <p14:creationId xmlns:p14="http://schemas.microsoft.com/office/powerpoint/2010/main" val="404607503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612995" y="571784"/>
            <a:ext cx="3832462" cy="752049"/>
          </a:xfrm>
        </p:spPr>
        <p:txBody>
          <a:bodyPr/>
          <a:lstStyle/>
          <a:p>
            <a:pPr algn="ctr" eaLnBrk="1" hangingPunct="1"/>
            <a:r>
              <a:rPr lang="es-ES" altLang="es-AR" dirty="0" smtClean="0"/>
              <a:t>Exclusión mutua</a:t>
            </a:r>
          </a:p>
        </p:txBody>
      </p:sp>
      <p:sp>
        <p:nvSpPr>
          <p:cNvPr id="35843" name="Rectangle 3"/>
          <p:cNvSpPr>
            <a:spLocks noGrp="1" noChangeArrowheads="1"/>
          </p:cNvSpPr>
          <p:nvPr>
            <p:ph type="body" idx="1"/>
          </p:nvPr>
        </p:nvSpPr>
        <p:spPr>
          <a:xfrm>
            <a:off x="971550" y="1831027"/>
            <a:ext cx="7772400" cy="1676447"/>
          </a:xfrm>
        </p:spPr>
        <p:txBody>
          <a:bodyPr/>
          <a:lstStyle/>
          <a:p>
            <a:pPr eaLnBrk="1" hangingPunct="1">
              <a:buFont typeface="Wingdings" panose="05000000000000000000" pitchFamily="2" charset="2"/>
              <a:buNone/>
            </a:pPr>
            <a:r>
              <a:rPr lang="es-ES" altLang="es-AR" dirty="0" smtClean="0"/>
              <a:t>	La 1era de las condiciones no puede anularse. Si el acceso a un recurso necesita exclusión mutua, el S.O. debe soportarla. Se puede producir interbloqueo si más de un proceso necesita permiso de escritura</a:t>
            </a:r>
          </a:p>
        </p:txBody>
      </p:sp>
    </p:spTree>
    <p:extLst>
      <p:ext uri="{BB962C8B-B14F-4D97-AF65-F5344CB8AC3E}">
        <p14:creationId xmlns:p14="http://schemas.microsoft.com/office/powerpoint/2010/main" val="86887522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509477" y="574248"/>
            <a:ext cx="4386357" cy="817823"/>
          </a:xfrm>
        </p:spPr>
        <p:txBody>
          <a:bodyPr/>
          <a:lstStyle/>
          <a:p>
            <a:pPr algn="ctr" eaLnBrk="1" hangingPunct="1"/>
            <a:r>
              <a:rPr lang="es-ES" altLang="es-AR" dirty="0" smtClean="0"/>
              <a:t>Retención y Espera</a:t>
            </a:r>
          </a:p>
        </p:txBody>
      </p:sp>
      <p:sp>
        <p:nvSpPr>
          <p:cNvPr id="36867" name="Rectangle 3"/>
          <p:cNvSpPr>
            <a:spLocks noGrp="1" noChangeArrowheads="1"/>
          </p:cNvSpPr>
          <p:nvPr>
            <p:ph type="body" idx="1"/>
          </p:nvPr>
        </p:nvSpPr>
        <p:spPr>
          <a:xfrm>
            <a:off x="755650" y="1628775"/>
            <a:ext cx="7772400" cy="2274485"/>
          </a:xfrm>
        </p:spPr>
        <p:txBody>
          <a:bodyPr/>
          <a:lstStyle/>
          <a:p>
            <a:pPr eaLnBrk="1" hangingPunct="1">
              <a:lnSpc>
                <a:spcPct val="90000"/>
              </a:lnSpc>
              <a:buFont typeface="Wingdings" panose="05000000000000000000" pitchFamily="2" charset="2"/>
              <a:buNone/>
            </a:pPr>
            <a:r>
              <a:rPr lang="es-ES" altLang="es-AR" dirty="0" smtClean="0"/>
              <a:t>Puede </a:t>
            </a:r>
            <a:r>
              <a:rPr lang="es-ES" altLang="es-AR" dirty="0" smtClean="0"/>
              <a:t>prevenirse exigiendo que todos los procesos soliciten todos los recursos que necesiten a un mismo tiempo y bloqueando el proceso hasta que todos los recursos puedan concederse simultáneamente. </a:t>
            </a:r>
            <a:endParaRPr lang="es-ES" altLang="es-AR" dirty="0" smtClean="0"/>
          </a:p>
          <a:p>
            <a:pPr eaLnBrk="1" hangingPunct="1">
              <a:lnSpc>
                <a:spcPct val="90000"/>
              </a:lnSpc>
              <a:buFont typeface="Wingdings" panose="05000000000000000000" pitchFamily="2" charset="2"/>
              <a:buNone/>
            </a:pPr>
            <a:r>
              <a:rPr lang="es-ES" altLang="es-AR" dirty="0" smtClean="0"/>
              <a:t>En </a:t>
            </a:r>
            <a:r>
              <a:rPr lang="es-ES" altLang="es-AR" dirty="0" smtClean="0"/>
              <a:t>primer lugar un proceso puede estar suspendido durante mucho tiempo, esperando que se concedan todas las solicitudes de recursos. </a:t>
            </a:r>
            <a:endParaRPr lang="es-ES" altLang="es-AR" dirty="0" smtClean="0"/>
          </a:p>
          <a:p>
            <a:pPr eaLnBrk="1" hangingPunct="1">
              <a:lnSpc>
                <a:spcPct val="90000"/>
              </a:lnSpc>
              <a:buFont typeface="Wingdings" panose="05000000000000000000" pitchFamily="2" charset="2"/>
              <a:buNone/>
            </a:pPr>
            <a:r>
              <a:rPr lang="es-ES" altLang="es-AR" dirty="0" smtClean="0"/>
              <a:t>En </a:t>
            </a:r>
            <a:r>
              <a:rPr lang="es-ES" altLang="es-AR" dirty="0" smtClean="0"/>
              <a:t>segundo lugar, los recursos asignados a un proceso pueden permanecer sin usarse durante mucho tiempo.</a:t>
            </a:r>
          </a:p>
        </p:txBody>
      </p:sp>
    </p:spTree>
    <p:extLst>
      <p:ext uri="{BB962C8B-B14F-4D97-AF65-F5344CB8AC3E}">
        <p14:creationId xmlns:p14="http://schemas.microsoft.com/office/powerpoint/2010/main" val="183853540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1552883" y="565387"/>
            <a:ext cx="3769744" cy="799390"/>
          </a:xfrm>
        </p:spPr>
        <p:txBody>
          <a:bodyPr/>
          <a:lstStyle/>
          <a:p>
            <a:pPr algn="ctr" eaLnBrk="1" hangingPunct="1"/>
            <a:r>
              <a:rPr lang="es-ES" altLang="es-AR" dirty="0" smtClean="0"/>
              <a:t>No Apropiación</a:t>
            </a:r>
          </a:p>
        </p:txBody>
      </p:sp>
      <p:sp>
        <p:nvSpPr>
          <p:cNvPr id="37891" name="Rectangle 3"/>
          <p:cNvSpPr>
            <a:spLocks noGrp="1" noChangeArrowheads="1"/>
          </p:cNvSpPr>
          <p:nvPr>
            <p:ph type="body" idx="1"/>
          </p:nvPr>
        </p:nvSpPr>
        <p:spPr>
          <a:xfrm>
            <a:off x="684213" y="1844675"/>
            <a:ext cx="7848600" cy="2454370"/>
          </a:xfrm>
        </p:spPr>
        <p:txBody>
          <a:bodyPr/>
          <a:lstStyle/>
          <a:p>
            <a:pPr eaLnBrk="1" hangingPunct="1">
              <a:lnSpc>
                <a:spcPct val="90000"/>
              </a:lnSpc>
              <a:buFont typeface="Wingdings" panose="05000000000000000000" pitchFamily="2" charset="2"/>
              <a:buNone/>
            </a:pPr>
            <a:r>
              <a:rPr lang="es-ES" altLang="es-AR" dirty="0" smtClean="0"/>
              <a:t>Puede </a:t>
            </a:r>
            <a:r>
              <a:rPr lang="es-ES" altLang="es-AR" dirty="0" smtClean="0"/>
              <a:t>prevenirse de varias formas. </a:t>
            </a:r>
            <a:endParaRPr lang="es-ES" altLang="es-AR" dirty="0" smtClean="0"/>
          </a:p>
          <a:p>
            <a:pPr eaLnBrk="1" hangingPunct="1">
              <a:lnSpc>
                <a:spcPct val="90000"/>
              </a:lnSpc>
              <a:buFont typeface="Wingdings" panose="05000000000000000000" pitchFamily="2" charset="2"/>
              <a:buNone/>
            </a:pPr>
            <a:r>
              <a:rPr lang="es-ES" altLang="es-AR" dirty="0" smtClean="0"/>
              <a:t>Primero</a:t>
            </a:r>
            <a:r>
              <a:rPr lang="es-ES" altLang="es-AR" dirty="0" smtClean="0"/>
              <a:t>, si un proceso que retiene ciertos recursos se le deniega una nueva solicitud, deberá liberar sus recursos anteriores y solicitarlos de nuevo. </a:t>
            </a:r>
            <a:endParaRPr lang="es-ES" altLang="es-AR" dirty="0" smtClean="0"/>
          </a:p>
          <a:p>
            <a:pPr eaLnBrk="1" hangingPunct="1">
              <a:lnSpc>
                <a:spcPct val="90000"/>
              </a:lnSpc>
              <a:buFont typeface="Wingdings" panose="05000000000000000000" pitchFamily="2" charset="2"/>
              <a:buNone/>
            </a:pPr>
            <a:r>
              <a:rPr lang="es-ES" altLang="es-AR" dirty="0" smtClean="0"/>
              <a:t>Segundo</a:t>
            </a:r>
            <a:r>
              <a:rPr lang="es-ES" altLang="es-AR" dirty="0" smtClean="0"/>
              <a:t>, si un proceso solicita un recurso que actualmente está retenido por otro proceso, el S.O. Puede expulsar al segundo proceso y exigirle que libere sus recursos, y se evitará el interbloqueo solo si no hay dos procesos que posean la misma prioridad.</a:t>
            </a:r>
          </a:p>
        </p:txBody>
      </p:sp>
    </p:spTree>
    <p:extLst>
      <p:ext uri="{BB962C8B-B14F-4D97-AF65-F5344CB8AC3E}">
        <p14:creationId xmlns:p14="http://schemas.microsoft.com/office/powerpoint/2010/main" val="222914158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1433015" y="579770"/>
            <a:ext cx="3751334" cy="716768"/>
          </a:xfrm>
        </p:spPr>
        <p:txBody>
          <a:bodyPr/>
          <a:lstStyle/>
          <a:p>
            <a:pPr algn="ctr" eaLnBrk="1" hangingPunct="1"/>
            <a:r>
              <a:rPr lang="es-ES" altLang="es-AR" dirty="0" smtClean="0"/>
              <a:t>Espera Circular</a:t>
            </a:r>
          </a:p>
        </p:txBody>
      </p:sp>
      <p:sp>
        <p:nvSpPr>
          <p:cNvPr id="38915" name="Rectangle 3"/>
          <p:cNvSpPr>
            <a:spLocks noGrp="1" noChangeArrowheads="1"/>
          </p:cNvSpPr>
          <p:nvPr>
            <p:ph type="body" idx="1"/>
          </p:nvPr>
        </p:nvSpPr>
        <p:spPr>
          <a:xfrm>
            <a:off x="827088" y="1989138"/>
            <a:ext cx="7772400" cy="4114800"/>
          </a:xfrm>
        </p:spPr>
        <p:txBody>
          <a:bodyPr/>
          <a:lstStyle/>
          <a:p>
            <a:pPr eaLnBrk="1" hangingPunct="1">
              <a:buFont typeface="Wingdings" panose="05000000000000000000" pitchFamily="2" charset="2"/>
              <a:buNone/>
            </a:pPr>
            <a:r>
              <a:rPr lang="es-ES" altLang="es-AR" smtClean="0"/>
              <a:t>	Puede prevenirse definiendo una ordenación lineal de los tipos de recursos.</a:t>
            </a:r>
          </a:p>
          <a:p>
            <a:pPr eaLnBrk="1" hangingPunct="1">
              <a:buFont typeface="Wingdings" panose="05000000000000000000" pitchFamily="2" charset="2"/>
              <a:buNone/>
            </a:pPr>
            <a:r>
              <a:rPr lang="es-ES" altLang="es-AR" smtClean="0"/>
              <a:t>	La prevención del círculo vicioso de espera puede ser ineficiente, retardando procesos y denegando accesos a recursos innecesariamente.</a:t>
            </a:r>
          </a:p>
        </p:txBody>
      </p:sp>
    </p:spTree>
    <p:extLst>
      <p:ext uri="{BB962C8B-B14F-4D97-AF65-F5344CB8AC3E}">
        <p14:creationId xmlns:p14="http://schemas.microsoft.com/office/powerpoint/2010/main" val="40652037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1489431" y="497148"/>
            <a:ext cx="7259282" cy="1143000"/>
          </a:xfrm>
        </p:spPr>
        <p:txBody>
          <a:bodyPr/>
          <a:lstStyle/>
          <a:p>
            <a:pPr algn="ctr" eaLnBrk="1" hangingPunct="1"/>
            <a:r>
              <a:rPr lang="es-ES" altLang="es-AR" sz="3200" dirty="0" smtClean="0"/>
              <a:t>NEGATIVA DE ASIGNACION DE RECURSOS</a:t>
            </a:r>
          </a:p>
        </p:txBody>
      </p:sp>
      <p:sp>
        <p:nvSpPr>
          <p:cNvPr id="39939" name="Rectangle 3"/>
          <p:cNvSpPr>
            <a:spLocks noGrp="1" noChangeArrowheads="1"/>
          </p:cNvSpPr>
          <p:nvPr>
            <p:ph type="body" idx="1"/>
          </p:nvPr>
        </p:nvSpPr>
        <p:spPr>
          <a:xfrm>
            <a:off x="755650" y="1916113"/>
            <a:ext cx="7993063" cy="2369284"/>
          </a:xfrm>
        </p:spPr>
        <p:txBody>
          <a:bodyPr/>
          <a:lstStyle/>
          <a:p>
            <a:pPr eaLnBrk="1" hangingPunct="1">
              <a:lnSpc>
                <a:spcPct val="90000"/>
              </a:lnSpc>
              <a:buFont typeface="Wingdings" panose="05000000000000000000" pitchFamily="2" charset="2"/>
              <a:buNone/>
            </a:pPr>
            <a:r>
              <a:rPr lang="es-ES" altLang="es-AR" dirty="0" smtClean="0"/>
              <a:t>Negar </a:t>
            </a:r>
            <a:r>
              <a:rPr lang="es-ES" altLang="es-AR" dirty="0" smtClean="0"/>
              <a:t>la asignación de recursos se denomina </a:t>
            </a:r>
            <a:r>
              <a:rPr lang="es-ES" altLang="es-AR" b="1" dirty="0" smtClean="0"/>
              <a:t>algoritmo del banquero. </a:t>
            </a:r>
            <a:r>
              <a:rPr lang="es-ES" altLang="es-AR" dirty="0" smtClean="0"/>
              <a:t>Comienza definiendo los conceptos de estado y de estado seguro. </a:t>
            </a:r>
            <a:endParaRPr lang="es-ES" altLang="es-AR" dirty="0" smtClean="0"/>
          </a:p>
          <a:p>
            <a:pPr eaLnBrk="1" hangingPunct="1">
              <a:lnSpc>
                <a:spcPct val="90000"/>
              </a:lnSpc>
              <a:buFont typeface="Wingdings" panose="05000000000000000000" pitchFamily="2" charset="2"/>
              <a:buNone/>
            </a:pPr>
            <a:r>
              <a:rPr lang="es-ES" altLang="es-AR" dirty="0" smtClean="0"/>
              <a:t>En </a:t>
            </a:r>
            <a:r>
              <a:rPr lang="es-ES" altLang="es-AR" dirty="0" smtClean="0"/>
              <a:t>un sistema con número fijo de procesos y un numero fijo de sus recursos, un proceso tendrá cero o más recursos asignados. </a:t>
            </a:r>
            <a:endParaRPr lang="es-ES" altLang="es-AR" dirty="0" smtClean="0"/>
          </a:p>
          <a:p>
            <a:pPr eaLnBrk="1" hangingPunct="1">
              <a:lnSpc>
                <a:spcPct val="90000"/>
              </a:lnSpc>
              <a:buFont typeface="Wingdings" panose="05000000000000000000" pitchFamily="2" charset="2"/>
              <a:buNone/>
            </a:pPr>
            <a:r>
              <a:rPr lang="es-ES" altLang="es-AR" dirty="0" smtClean="0"/>
              <a:t>El </a:t>
            </a:r>
            <a:r>
              <a:rPr lang="es-ES" altLang="es-AR" dirty="0" smtClean="0"/>
              <a:t>estado de sistema es la asignación de recursos a los procesos y estará formado por los dos vectores; Recursos y Disponible y las dos matrices Demanda y Asignación.</a:t>
            </a:r>
            <a:endParaRPr lang="es-ES" altLang="es-AR" b="1" dirty="0" smtClean="0"/>
          </a:p>
        </p:txBody>
      </p:sp>
    </p:spTree>
    <p:extLst>
      <p:ext uri="{BB962C8B-B14F-4D97-AF65-F5344CB8AC3E}">
        <p14:creationId xmlns:p14="http://schemas.microsoft.com/office/powerpoint/2010/main" val="8294187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3"/>
          <p:cNvSpPr>
            <a:spLocks noGrp="1" noChangeArrowheads="1"/>
          </p:cNvSpPr>
          <p:nvPr>
            <p:ph type="body" idx="1"/>
          </p:nvPr>
        </p:nvSpPr>
        <p:spPr>
          <a:xfrm>
            <a:off x="508711" y="1766983"/>
            <a:ext cx="8280447" cy="1781435"/>
          </a:xfrm>
        </p:spPr>
        <p:txBody>
          <a:bodyPr/>
          <a:lstStyle/>
          <a:p>
            <a:pPr algn="just" eaLnBrk="1" hangingPunct="1">
              <a:buFont typeface="Wingdings" panose="05000000000000000000" pitchFamily="2" charset="2"/>
              <a:buNone/>
            </a:pPr>
            <a:r>
              <a:rPr lang="es-ES" altLang="es-AR" dirty="0" smtClean="0"/>
              <a:t>	Con la predicción del interbloqueo se pueden alcanzar las tres condiciones necesarias, pero se realiza elecciones acertadas para asegurar que nunca se llega al punto de interbloqueo. La predicción permite más concurrencia que la prevención</a:t>
            </a:r>
          </a:p>
        </p:txBody>
      </p:sp>
      <p:sp>
        <p:nvSpPr>
          <p:cNvPr id="3" name="Rectangle 2"/>
          <p:cNvSpPr>
            <a:spLocks noGrp="1" noChangeArrowheads="1"/>
          </p:cNvSpPr>
          <p:nvPr>
            <p:ph type="title"/>
          </p:nvPr>
        </p:nvSpPr>
        <p:spPr>
          <a:xfrm>
            <a:off x="1475782" y="600502"/>
            <a:ext cx="7449853" cy="709683"/>
          </a:xfrm>
        </p:spPr>
        <p:txBody>
          <a:bodyPr/>
          <a:lstStyle/>
          <a:p>
            <a:pPr algn="ctr" eaLnBrk="1" hangingPunct="1"/>
            <a:r>
              <a:rPr lang="es-ES" altLang="es-AR" sz="3200" dirty="0" smtClean="0"/>
              <a:t>PREDICCIÓN DEL </a:t>
            </a:r>
            <a:r>
              <a:rPr lang="es-ES" altLang="es-AR" sz="3200" dirty="0" smtClean="0"/>
              <a:t>INTERBLOQUEO</a:t>
            </a:r>
          </a:p>
        </p:txBody>
      </p:sp>
    </p:spTree>
    <p:extLst>
      <p:ext uri="{BB962C8B-B14F-4D97-AF65-F5344CB8AC3E}">
        <p14:creationId xmlns:p14="http://schemas.microsoft.com/office/powerpoint/2010/main" val="318132019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475783" y="423081"/>
            <a:ext cx="7449853" cy="1146412"/>
          </a:xfrm>
        </p:spPr>
        <p:txBody>
          <a:bodyPr/>
          <a:lstStyle/>
          <a:p>
            <a:pPr algn="ctr" eaLnBrk="1" hangingPunct="1"/>
            <a:r>
              <a:rPr lang="es-ES" altLang="es-AR" sz="3200" dirty="0" smtClean="0"/>
              <a:t>ALGORITMO DE DETECCION DE INTERBLOQUEO</a:t>
            </a:r>
          </a:p>
        </p:txBody>
      </p:sp>
      <p:sp>
        <p:nvSpPr>
          <p:cNvPr id="46083" name="Rectangle 3"/>
          <p:cNvSpPr>
            <a:spLocks noGrp="1" noChangeArrowheads="1"/>
          </p:cNvSpPr>
          <p:nvPr>
            <p:ph type="body" idx="1"/>
          </p:nvPr>
        </p:nvSpPr>
        <p:spPr>
          <a:xfrm>
            <a:off x="1153236" y="2073489"/>
            <a:ext cx="7772400" cy="2471215"/>
          </a:xfrm>
        </p:spPr>
        <p:txBody>
          <a:bodyPr/>
          <a:lstStyle/>
          <a:p>
            <a:pPr eaLnBrk="1" hangingPunct="1">
              <a:buFont typeface="Wingdings" panose="05000000000000000000" pitchFamily="2" charset="2"/>
              <a:buNone/>
            </a:pPr>
            <a:r>
              <a:rPr lang="es-ES" altLang="es-AR" dirty="0" smtClean="0"/>
              <a:t>	El control de interbloqueo se puede hacer tantas veces como la solicitudes de recursos.</a:t>
            </a:r>
          </a:p>
          <a:p>
            <a:pPr eaLnBrk="1" hangingPunct="1">
              <a:buFont typeface="Wingdings" panose="05000000000000000000" pitchFamily="2" charset="2"/>
              <a:buNone/>
            </a:pPr>
            <a:r>
              <a:rPr lang="es-ES" altLang="es-AR" dirty="0" smtClean="0"/>
              <a:t>	Este algoritmo tiene dos ventajas: conduce a una pronta detección y el algoritmo es relativamente simple.</a:t>
            </a:r>
          </a:p>
          <a:p>
            <a:pPr eaLnBrk="1" hangingPunct="1">
              <a:buFont typeface="Wingdings" panose="05000000000000000000" pitchFamily="2" charset="2"/>
              <a:buNone/>
            </a:pPr>
            <a:r>
              <a:rPr lang="es-ES" altLang="es-AR" dirty="0" smtClean="0"/>
              <a:t>	Las comprobaciones de este algoritmo consumen un tiempo de procesador considerable.</a:t>
            </a:r>
          </a:p>
        </p:txBody>
      </p:sp>
    </p:spTree>
    <p:extLst>
      <p:ext uri="{BB962C8B-B14F-4D97-AF65-F5344CB8AC3E}">
        <p14:creationId xmlns:p14="http://schemas.microsoft.com/office/powerpoint/2010/main" val="316600315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3"/>
          <p:cNvSpPr>
            <a:spLocks noGrp="1" noChangeArrowheads="1"/>
          </p:cNvSpPr>
          <p:nvPr>
            <p:ph type="body" idx="1"/>
          </p:nvPr>
        </p:nvSpPr>
        <p:spPr>
          <a:xfrm>
            <a:off x="204716" y="1392073"/>
            <a:ext cx="8748215" cy="5315803"/>
          </a:xfrm>
        </p:spPr>
        <p:txBody>
          <a:bodyPr/>
          <a:lstStyle/>
          <a:p>
            <a:pPr eaLnBrk="1" hangingPunct="1">
              <a:lnSpc>
                <a:spcPct val="90000"/>
              </a:lnSpc>
              <a:buFont typeface="Wingdings" panose="05000000000000000000" pitchFamily="2" charset="2"/>
              <a:buNone/>
            </a:pPr>
            <a:r>
              <a:rPr lang="es-ES" altLang="es-AR" dirty="0" smtClean="0"/>
              <a:t>	</a:t>
            </a:r>
          </a:p>
          <a:p>
            <a:pPr eaLnBrk="1" hangingPunct="1">
              <a:lnSpc>
                <a:spcPct val="90000"/>
              </a:lnSpc>
              <a:buFont typeface="Wingdings" panose="05000000000000000000" pitchFamily="2" charset="2"/>
              <a:buNone/>
            </a:pPr>
            <a:r>
              <a:rPr lang="es-ES" altLang="es-AR" dirty="0" smtClean="0"/>
              <a:t>     Detectado el interbloqueo, hace falta alguna estrategia de recuperación. Las técnicas siguientes son posibles enfoques, en orden creciente de sofisticación: </a:t>
            </a:r>
          </a:p>
          <a:p>
            <a:pPr eaLnBrk="1" hangingPunct="1">
              <a:lnSpc>
                <a:spcPct val="90000"/>
              </a:lnSpc>
              <a:buFont typeface="Wingdings" panose="05000000000000000000" pitchFamily="2" charset="2"/>
              <a:buNone/>
            </a:pPr>
            <a:r>
              <a:rPr lang="es-ES" altLang="es-AR" dirty="0" smtClean="0"/>
              <a:t>	1.-Abortar todos los procesos </a:t>
            </a:r>
            <a:r>
              <a:rPr lang="es-ES" altLang="es-AR" dirty="0" err="1" smtClean="0"/>
              <a:t>interbloqueados</a:t>
            </a:r>
            <a:r>
              <a:rPr lang="es-ES" altLang="es-AR" dirty="0" smtClean="0"/>
              <a:t> esto es se crea o no una de las soluciones más comunes</a:t>
            </a:r>
          </a:p>
          <a:p>
            <a:pPr eaLnBrk="1" hangingPunct="1">
              <a:lnSpc>
                <a:spcPct val="90000"/>
              </a:lnSpc>
              <a:buFont typeface="Wingdings" panose="05000000000000000000" pitchFamily="2" charset="2"/>
              <a:buNone/>
            </a:pPr>
            <a:r>
              <a:rPr lang="es-ES" altLang="es-AR" dirty="0" smtClean="0"/>
              <a:t>	2.-Retroceder cada proceso </a:t>
            </a:r>
            <a:r>
              <a:rPr lang="es-ES" altLang="es-AR" dirty="0" err="1" smtClean="0"/>
              <a:t>interbloqueado</a:t>
            </a:r>
            <a:r>
              <a:rPr lang="es-ES" altLang="es-AR" dirty="0" smtClean="0"/>
              <a:t> </a:t>
            </a:r>
            <a:r>
              <a:rPr lang="es-ES" altLang="es-AR" dirty="0" smtClean="0"/>
              <a:t>hasta </a:t>
            </a:r>
            <a:r>
              <a:rPr lang="es-ES" altLang="es-AR" dirty="0" smtClean="0"/>
              <a:t>algún punto de control definido previamente y volver a ejecutar todos los procesos. Es necesario que haya disponibles unos mecanismos de retroceso y reinicio del sistema.</a:t>
            </a:r>
          </a:p>
          <a:p>
            <a:pPr eaLnBrk="1" hangingPunct="1">
              <a:lnSpc>
                <a:spcPct val="90000"/>
              </a:lnSpc>
              <a:buFont typeface="Wingdings" panose="05000000000000000000" pitchFamily="2" charset="2"/>
              <a:buNone/>
            </a:pPr>
            <a:r>
              <a:rPr lang="es-ES" altLang="es-AR" dirty="0" smtClean="0"/>
              <a:t>	3.-Abortar sucesivamente procesos </a:t>
            </a:r>
            <a:r>
              <a:rPr lang="es-ES" altLang="es-AR" dirty="0" err="1" smtClean="0"/>
              <a:t>interbloqueados</a:t>
            </a:r>
            <a:r>
              <a:rPr lang="es-ES" altLang="es-AR" dirty="0" smtClean="0"/>
              <a:t> hasta que deje de haber interbloqueo</a:t>
            </a:r>
          </a:p>
          <a:p>
            <a:pPr eaLnBrk="1" hangingPunct="1">
              <a:lnSpc>
                <a:spcPct val="90000"/>
              </a:lnSpc>
              <a:buFont typeface="Wingdings" panose="05000000000000000000" pitchFamily="2" charset="2"/>
              <a:buNone/>
            </a:pPr>
            <a:r>
              <a:rPr lang="es-ES" altLang="es-AR" dirty="0" smtClean="0"/>
              <a:t>	4.-Apropiarse de recurso sucesivamente  hasta que deje de haber interbloqueo</a:t>
            </a:r>
          </a:p>
        </p:txBody>
      </p:sp>
      <p:sp>
        <p:nvSpPr>
          <p:cNvPr id="3" name="Shape 90"/>
          <p:cNvSpPr txBox="1">
            <a:spLocks noGrp="1"/>
          </p:cNvSpPr>
          <p:nvPr>
            <p:ph type="title"/>
          </p:nvPr>
        </p:nvSpPr>
        <p:spPr>
          <a:xfrm>
            <a:off x="1945200" y="624111"/>
            <a:ext cx="3745915" cy="767962"/>
          </a:xfrm>
          <a:prstGeom prst="rect">
            <a:avLst/>
          </a:prstGeom>
          <a:noFill/>
          <a:ln>
            <a:noFill/>
          </a:ln>
        </p:spPr>
        <p:txBody>
          <a:bodyPr lIns="91425" tIns="45700" rIns="91425" bIns="45700" anchor="t" anchorCtr="0">
            <a:noAutofit/>
          </a:bodyPr>
          <a:lstStyle/>
          <a:p>
            <a:pPr marL="0" marR="0" lvl="0" indent="0" algn="l" rtl="0">
              <a:spcBef>
                <a:spcPts val="0"/>
              </a:spcBef>
              <a:buClr>
                <a:srgbClr val="262626"/>
              </a:buClr>
              <a:buSzPct val="25000"/>
              <a:buFont typeface="Questrial"/>
              <a:buNone/>
            </a:pPr>
            <a:r>
              <a:rPr lang="es-AR" dirty="0" smtClean="0"/>
              <a:t>RECUPERACIÓN</a:t>
            </a:r>
            <a:endParaRPr lang="es-AR" sz="3600" b="0" i="0" u="none" strike="noStrike" cap="none" dirty="0">
              <a:solidFill>
                <a:srgbClr val="262626"/>
              </a:solidFill>
              <a:latin typeface="Questrial"/>
              <a:ea typeface="Questrial"/>
              <a:cs typeface="Questrial"/>
              <a:sym typeface="Questrial"/>
            </a:endParaRPr>
          </a:p>
        </p:txBody>
      </p:sp>
    </p:spTree>
    <p:extLst>
      <p:ext uri="{BB962C8B-B14F-4D97-AF65-F5344CB8AC3E}">
        <p14:creationId xmlns:p14="http://schemas.microsoft.com/office/powerpoint/2010/main" val="19557920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3"/>
          <p:cNvSpPr>
            <a:spLocks noGrp="1" noChangeArrowheads="1"/>
          </p:cNvSpPr>
          <p:nvPr>
            <p:ph type="body" idx="1"/>
          </p:nvPr>
        </p:nvSpPr>
        <p:spPr>
          <a:xfrm>
            <a:off x="1383446" y="315392"/>
            <a:ext cx="7760553" cy="1390577"/>
          </a:xfrm>
        </p:spPr>
        <p:txBody>
          <a:bodyPr/>
          <a:lstStyle/>
          <a:p>
            <a:pPr algn="ctr" eaLnBrk="1" hangingPunct="1">
              <a:buFont typeface="Wingdings" panose="05000000000000000000" pitchFamily="2" charset="2"/>
              <a:buNone/>
            </a:pPr>
            <a:r>
              <a:rPr lang="es-ES" altLang="es-AR" sz="3600" dirty="0">
                <a:solidFill>
                  <a:srgbClr val="262626"/>
                </a:solidFill>
              </a:rPr>
              <a:t>UNA ESTRATEGIA INTEGRADA DE INTERBLOQUEO</a:t>
            </a:r>
          </a:p>
        </p:txBody>
      </p:sp>
      <p:sp>
        <p:nvSpPr>
          <p:cNvPr id="3" name="Rectangle 3"/>
          <p:cNvSpPr txBox="1">
            <a:spLocks noChangeArrowheads="1"/>
          </p:cNvSpPr>
          <p:nvPr/>
        </p:nvSpPr>
        <p:spPr>
          <a:xfrm>
            <a:off x="423079" y="1842447"/>
            <a:ext cx="8570794" cy="4831308"/>
          </a:xfrm>
          <a:prstGeom prst="rect">
            <a:avLst/>
          </a:prstGeom>
          <a:noFill/>
          <a:ln>
            <a:noFill/>
          </a:ln>
        </p:spPr>
        <p:txBody>
          <a:bodyPr lIns="91425" tIns="91425" rIns="91425" bIns="91425" anchor="t" anchorCtr="0"/>
          <a:lstStyle>
            <a:defPPr marR="0" lvl="0" algn="l" rtl="0">
              <a:lnSpc>
                <a:spcPct val="100000"/>
              </a:lnSpc>
              <a:spcBef>
                <a:spcPts val="0"/>
              </a:spcBef>
              <a:spcAft>
                <a:spcPts val="0"/>
              </a:spcAft>
            </a:defPPr>
            <a:lvl1pPr marL="342900" marR="0" lvl="0" indent="-228600" algn="l" rtl="0">
              <a:lnSpc>
                <a:spcPct val="115000"/>
              </a:lnSpc>
              <a:spcBef>
                <a:spcPts val="1000"/>
              </a:spcBef>
              <a:spcAft>
                <a:spcPts val="0"/>
              </a:spcAft>
              <a:buClr>
                <a:schemeClr val="accent1"/>
              </a:buClr>
              <a:buSzPct val="100000"/>
              <a:buFont typeface="Noto Sans Symbols"/>
              <a:buChar char="●"/>
              <a:defRPr sz="1800" b="0" i="0" u="none" strike="noStrike" cap="none">
                <a:solidFill>
                  <a:srgbClr val="3F3F3F"/>
                </a:solidFill>
                <a:latin typeface="Questrial"/>
                <a:ea typeface="Questrial"/>
                <a:cs typeface="Questrial"/>
                <a:sym typeface="Questrial"/>
              </a:defRPr>
            </a:lvl1pPr>
            <a:lvl2pPr marL="742950" marR="0" lvl="1" indent="-184150" algn="l" rtl="0">
              <a:lnSpc>
                <a:spcPct val="115000"/>
              </a:lnSpc>
              <a:spcBef>
                <a:spcPts val="1000"/>
              </a:spcBef>
              <a:spcAft>
                <a:spcPts val="0"/>
              </a:spcAft>
              <a:buClr>
                <a:schemeClr val="accent1"/>
              </a:buClr>
              <a:buSzPct val="100000"/>
              <a:buFont typeface="Noto Sans Symbols"/>
              <a:buChar char="●"/>
              <a:defRPr sz="1600" b="0" i="0" u="none" strike="noStrike" cap="none">
                <a:solidFill>
                  <a:srgbClr val="3F3F3F"/>
                </a:solidFill>
                <a:latin typeface="Questrial"/>
                <a:ea typeface="Questrial"/>
                <a:cs typeface="Questrial"/>
                <a:sym typeface="Questrial"/>
              </a:defRPr>
            </a:lvl2pPr>
            <a:lvl3pPr marL="1143000" marR="0" lvl="2" indent="-139700" algn="l" rtl="0">
              <a:lnSpc>
                <a:spcPct val="115000"/>
              </a:lnSpc>
              <a:spcBef>
                <a:spcPts val="1000"/>
              </a:spcBef>
              <a:spcAft>
                <a:spcPts val="0"/>
              </a:spcAft>
              <a:buClr>
                <a:schemeClr val="accent1"/>
              </a:buClr>
              <a:buSzPct val="100000"/>
              <a:buFont typeface="Noto Sans Symbols"/>
              <a:buChar char="●"/>
              <a:defRPr sz="1400" b="0" i="0" u="none" strike="noStrike" cap="none">
                <a:solidFill>
                  <a:srgbClr val="3F3F3F"/>
                </a:solidFill>
                <a:latin typeface="Questrial"/>
                <a:ea typeface="Questrial"/>
                <a:cs typeface="Questrial"/>
                <a:sym typeface="Questrial"/>
              </a:defRPr>
            </a:lvl3pPr>
            <a:lvl4pPr marL="1600200" marR="0" lvl="3" indent="-152400" algn="l" rtl="0">
              <a:lnSpc>
                <a:spcPct val="115000"/>
              </a:lnSpc>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4pPr>
            <a:lvl5pPr marL="2057400" marR="0" lvl="4" indent="-152400" algn="l" rtl="0">
              <a:lnSpc>
                <a:spcPct val="115000"/>
              </a:lnSpc>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5pPr>
            <a:lvl6pPr marL="2514600" marR="0" lvl="5" indent="-152400" algn="l" rtl="0">
              <a:lnSpc>
                <a:spcPct val="115000"/>
              </a:lnSpc>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6pPr>
            <a:lvl7pPr marL="2971800" marR="0" lvl="6" indent="-152400" algn="l" rtl="0">
              <a:lnSpc>
                <a:spcPct val="115000"/>
              </a:lnSpc>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7pPr>
            <a:lvl8pPr marL="3429000" marR="0" lvl="7" indent="-152400" algn="l" rtl="0">
              <a:lnSpc>
                <a:spcPct val="115000"/>
              </a:lnSpc>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8pPr>
            <a:lvl9pPr marL="3886200" marR="0" lvl="8" indent="-152400" algn="l" rtl="0">
              <a:lnSpc>
                <a:spcPct val="115000"/>
              </a:lnSpc>
              <a:spcBef>
                <a:spcPts val="1000"/>
              </a:spcBef>
              <a:spcAft>
                <a:spcPts val="0"/>
              </a:spcAft>
              <a:buClr>
                <a:schemeClr val="accent1"/>
              </a:buClr>
              <a:buSzPct val="100000"/>
              <a:buFont typeface="Noto Sans Symbols"/>
              <a:buChar char="●"/>
              <a:defRPr sz="1200" b="0" i="0" u="none" strike="noStrike" cap="none">
                <a:solidFill>
                  <a:srgbClr val="3F3F3F"/>
                </a:solidFill>
                <a:latin typeface="Questrial"/>
                <a:ea typeface="Questrial"/>
                <a:cs typeface="Questrial"/>
                <a:sym typeface="Questrial"/>
              </a:defRPr>
            </a:lvl9pPr>
          </a:lstStyle>
          <a:p>
            <a:pPr>
              <a:buFont typeface="Wingdings" panose="05000000000000000000" pitchFamily="2" charset="2"/>
              <a:buNone/>
            </a:pPr>
            <a:r>
              <a:rPr lang="es-ES" altLang="es-AR" dirty="0" smtClean="0"/>
              <a:t>	</a:t>
            </a:r>
          </a:p>
          <a:p>
            <a:pPr>
              <a:buFont typeface="Wingdings" panose="05000000000000000000" pitchFamily="2" charset="2"/>
              <a:buNone/>
            </a:pPr>
            <a:r>
              <a:rPr lang="es-ES" altLang="es-AR" dirty="0" smtClean="0"/>
              <a:t>    En lugar de intentar diseñar un servicio del S.O. Que emplee solo una de las estrategias, puede ser más eficiente usar diferentes estrategias en diferentes situaciones.</a:t>
            </a:r>
          </a:p>
          <a:p>
            <a:pPr>
              <a:buFont typeface="Wingdings" panose="05000000000000000000" pitchFamily="2" charset="2"/>
              <a:buNone/>
            </a:pPr>
            <a:r>
              <a:rPr lang="es-ES" altLang="es-AR" dirty="0" smtClean="0"/>
              <a:t>	Agrupar los recursos en un número de clases diferentes.</a:t>
            </a:r>
          </a:p>
          <a:p>
            <a:pPr>
              <a:buFont typeface="Wingdings" panose="05000000000000000000" pitchFamily="2" charset="2"/>
              <a:buNone/>
            </a:pPr>
            <a:r>
              <a:rPr lang="es-ES" altLang="es-AR" dirty="0" smtClean="0"/>
              <a:t>	Usar la estrategia de ordenación lineal definida anteriormente para la prevención de círculos viciosos de espera e impedir el interbloqueo entre clases de recursos.</a:t>
            </a:r>
          </a:p>
          <a:p>
            <a:pPr>
              <a:buFont typeface="Wingdings" panose="05000000000000000000" pitchFamily="2" charset="2"/>
              <a:buNone/>
            </a:pPr>
            <a:r>
              <a:rPr lang="es-ES" altLang="es-AR" dirty="0" smtClean="0"/>
              <a:t>	Dentro de cada clase de recursos, emplear el algoritmo más apropiado para dicha clase.</a:t>
            </a:r>
            <a:endParaRPr lang="es-ES" altLang="es-AR" dirty="0" smtClean="0"/>
          </a:p>
        </p:txBody>
      </p:sp>
    </p:spTree>
    <p:extLst>
      <p:ext uri="{BB962C8B-B14F-4D97-AF65-F5344CB8AC3E}">
        <p14:creationId xmlns:p14="http://schemas.microsoft.com/office/powerpoint/2010/main" val="150546513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Shape 90"/>
          <p:cNvSpPr txBox="1">
            <a:spLocks noGrp="1"/>
          </p:cNvSpPr>
          <p:nvPr>
            <p:ph type="title"/>
          </p:nvPr>
        </p:nvSpPr>
        <p:spPr>
          <a:xfrm>
            <a:off x="1945201" y="624111"/>
            <a:ext cx="3309188" cy="767962"/>
          </a:xfrm>
          <a:prstGeom prst="rect">
            <a:avLst/>
          </a:prstGeom>
          <a:noFill/>
          <a:ln>
            <a:noFill/>
          </a:ln>
        </p:spPr>
        <p:txBody>
          <a:bodyPr lIns="91425" tIns="45700" rIns="91425" bIns="45700" anchor="t" anchorCtr="0">
            <a:noAutofit/>
          </a:bodyPr>
          <a:lstStyle/>
          <a:p>
            <a:pPr marL="0" marR="0" lvl="0" indent="0" algn="l" rtl="0">
              <a:spcBef>
                <a:spcPts val="0"/>
              </a:spcBef>
              <a:buClr>
                <a:srgbClr val="262626"/>
              </a:buClr>
              <a:buSzPct val="25000"/>
              <a:buFont typeface="Questrial"/>
              <a:buNone/>
            </a:pPr>
            <a:r>
              <a:rPr lang="es-AR" dirty="0" smtClean="0"/>
              <a:t>Resumiendo …</a:t>
            </a:r>
            <a:endParaRPr lang="es-AR" sz="3600" b="0" i="0" u="none" strike="noStrike" cap="none" dirty="0">
              <a:solidFill>
                <a:srgbClr val="262626"/>
              </a:solidFill>
              <a:latin typeface="Questrial"/>
              <a:ea typeface="Questrial"/>
              <a:cs typeface="Questrial"/>
              <a:sym typeface="Questrial"/>
            </a:endParaRPr>
          </a:p>
        </p:txBody>
      </p:sp>
      <p:sp>
        <p:nvSpPr>
          <p:cNvPr id="91" name="Shape 91"/>
          <p:cNvSpPr txBox="1"/>
          <p:nvPr/>
        </p:nvSpPr>
        <p:spPr>
          <a:xfrm>
            <a:off x="1588008" y="1752600"/>
            <a:ext cx="6380988" cy="4648199"/>
          </a:xfrm>
          <a:prstGeom prst="rect">
            <a:avLst/>
          </a:prstGeom>
          <a:noFill/>
          <a:ln>
            <a:noFill/>
          </a:ln>
        </p:spPr>
        <p:txBody>
          <a:bodyPr lIns="91425" tIns="45700" rIns="91425" bIns="45700" anchor="t" anchorCtr="0">
            <a:noAutofit/>
          </a:bodyPr>
          <a:lstStyle/>
          <a:p>
            <a:pPr marL="342900" marR="0" lvl="0" indent="-342900" algn="l" rtl="0">
              <a:spcBef>
                <a:spcPts val="0"/>
              </a:spcBef>
              <a:spcAft>
                <a:spcPts val="0"/>
              </a:spcAft>
              <a:buSzPct val="100000"/>
              <a:buFont typeface="Noto Sans Symbols"/>
              <a:buChar char="●"/>
            </a:pPr>
            <a:r>
              <a:rPr lang="es-AR" sz="2000" b="0" i="0" u="none" strike="noStrike" cap="none" dirty="0">
                <a:solidFill>
                  <a:srgbClr val="3F3F3F"/>
                </a:solidFill>
                <a:latin typeface="Questrial"/>
                <a:ea typeface="Questrial"/>
                <a:cs typeface="Questrial"/>
                <a:sym typeface="Questrial"/>
              </a:rPr>
              <a:t>No hacer nada</a:t>
            </a:r>
          </a:p>
          <a:p>
            <a:pPr marL="342900" marR="0" lvl="0" indent="-342900" algn="l" rtl="0">
              <a:spcBef>
                <a:spcPts val="1000"/>
              </a:spcBef>
              <a:spcAft>
                <a:spcPts val="0"/>
              </a:spcAft>
              <a:buSzPct val="100000"/>
              <a:buFont typeface="Noto Sans Symbols"/>
              <a:buChar char="●"/>
            </a:pPr>
            <a:r>
              <a:rPr lang="es-AR" sz="2000" b="0" i="0" u="none" strike="noStrike" cap="none" dirty="0">
                <a:solidFill>
                  <a:schemeClr val="dk1"/>
                </a:solidFill>
                <a:latin typeface="Questrial"/>
                <a:ea typeface="Questrial"/>
                <a:cs typeface="Questrial"/>
                <a:sym typeface="Questrial"/>
              </a:rPr>
              <a:t>Prevención</a:t>
            </a:r>
          </a:p>
          <a:p>
            <a:pPr marL="742950" marR="0" lvl="1" indent="-285750" algn="l" rtl="0">
              <a:spcBef>
                <a:spcPts val="1000"/>
              </a:spcBef>
              <a:spcAft>
                <a:spcPts val="0"/>
              </a:spcAft>
              <a:buSzPct val="100000"/>
              <a:buFont typeface="Noto Sans Symbols"/>
              <a:buChar char="●"/>
            </a:pPr>
            <a:r>
              <a:rPr lang="es-AR" sz="1600" b="0" i="0" u="none" strike="noStrike" cap="none" dirty="0">
                <a:solidFill>
                  <a:schemeClr val="dk1"/>
                </a:solidFill>
                <a:latin typeface="Questrial"/>
                <a:ea typeface="Questrial"/>
                <a:cs typeface="Questrial"/>
                <a:sym typeface="Questrial"/>
              </a:rPr>
              <a:t>Prevenir alguna de las cuatro condiciones</a:t>
            </a:r>
          </a:p>
          <a:p>
            <a:pPr marL="742950" marR="0" lvl="1" indent="-285750" algn="l" rtl="0">
              <a:spcBef>
                <a:spcPts val="1000"/>
              </a:spcBef>
              <a:spcAft>
                <a:spcPts val="0"/>
              </a:spcAft>
              <a:buSzPct val="100000"/>
              <a:buFont typeface="Noto Sans Symbols"/>
              <a:buChar char="●"/>
            </a:pPr>
            <a:r>
              <a:rPr lang="es-AR" sz="1600" b="0" i="0" u="none" strike="noStrike" cap="none" dirty="0">
                <a:solidFill>
                  <a:schemeClr val="dk1"/>
                </a:solidFill>
                <a:latin typeface="Questrial"/>
                <a:ea typeface="Questrial"/>
                <a:cs typeface="Questrial"/>
                <a:sym typeface="Questrial"/>
              </a:rPr>
              <a:t>Es una decisión de diseño</a:t>
            </a:r>
          </a:p>
          <a:p>
            <a:pPr marL="342900" marR="0" lvl="0" indent="-342900" algn="l" rtl="0">
              <a:spcBef>
                <a:spcPts val="1000"/>
              </a:spcBef>
              <a:spcAft>
                <a:spcPts val="0"/>
              </a:spcAft>
              <a:buSzPct val="100000"/>
              <a:buFont typeface="Noto Sans Symbols"/>
              <a:buChar char="●"/>
            </a:pPr>
            <a:r>
              <a:rPr lang="es-AR" sz="2000" b="0" i="0" u="none" strike="noStrike" cap="none" dirty="0">
                <a:solidFill>
                  <a:schemeClr val="dk1"/>
                </a:solidFill>
                <a:latin typeface="Questrial"/>
                <a:ea typeface="Questrial"/>
                <a:cs typeface="Questrial"/>
                <a:sym typeface="Questrial"/>
              </a:rPr>
              <a:t>Evasión</a:t>
            </a:r>
          </a:p>
          <a:p>
            <a:pPr marL="742950" marR="0" lvl="1" indent="-285750" algn="l" rtl="0">
              <a:spcBef>
                <a:spcPts val="1000"/>
              </a:spcBef>
              <a:spcAft>
                <a:spcPts val="0"/>
              </a:spcAft>
              <a:buSzPct val="100000"/>
              <a:buFont typeface="Noto Sans Symbols"/>
              <a:buChar char="●"/>
            </a:pPr>
            <a:r>
              <a:rPr lang="es-AR" sz="1600" b="0" i="0" u="none" strike="noStrike" cap="none" dirty="0">
                <a:solidFill>
                  <a:schemeClr val="dk1"/>
                </a:solidFill>
                <a:latin typeface="Questrial"/>
                <a:ea typeface="Questrial"/>
                <a:cs typeface="Questrial"/>
                <a:sym typeface="Questrial"/>
              </a:rPr>
              <a:t>Cada vez que un proceso pide un recurso, se analiza el estado futuro del sistema</a:t>
            </a:r>
          </a:p>
          <a:p>
            <a:pPr marL="742950" marR="0" lvl="1" indent="-285750" algn="l" rtl="0">
              <a:spcBef>
                <a:spcPts val="1000"/>
              </a:spcBef>
              <a:spcAft>
                <a:spcPts val="0"/>
              </a:spcAft>
              <a:buSzPct val="100000"/>
              <a:buFont typeface="Noto Sans Symbols"/>
              <a:buChar char="●"/>
            </a:pPr>
            <a:r>
              <a:rPr lang="es-AR" sz="1600" b="0" i="0" u="none" strike="noStrike" cap="none" dirty="0">
                <a:solidFill>
                  <a:schemeClr val="dk1"/>
                </a:solidFill>
                <a:latin typeface="Questrial"/>
                <a:ea typeface="Questrial"/>
                <a:cs typeface="Questrial"/>
                <a:sym typeface="Questrial"/>
              </a:rPr>
              <a:t>Algoritmo del banquero</a:t>
            </a:r>
          </a:p>
          <a:p>
            <a:pPr marL="342900" marR="0" lvl="0" indent="-342900" algn="l" rtl="0">
              <a:spcBef>
                <a:spcPts val="1000"/>
              </a:spcBef>
              <a:spcAft>
                <a:spcPts val="0"/>
              </a:spcAft>
              <a:buSzPct val="100000"/>
              <a:buFont typeface="Noto Sans Symbols"/>
              <a:buChar char="●"/>
            </a:pPr>
            <a:r>
              <a:rPr lang="es-AR" sz="2000" b="0" i="0" u="none" strike="noStrike" cap="none" dirty="0">
                <a:solidFill>
                  <a:schemeClr val="dk1"/>
                </a:solidFill>
                <a:latin typeface="Questrial"/>
                <a:ea typeface="Questrial"/>
                <a:cs typeface="Questrial"/>
                <a:sym typeface="Questrial"/>
              </a:rPr>
              <a:t>Detección</a:t>
            </a:r>
          </a:p>
          <a:p>
            <a:pPr marL="742950" marR="0" lvl="1" indent="-285750" algn="l" rtl="0">
              <a:spcBef>
                <a:spcPts val="1000"/>
              </a:spcBef>
              <a:spcAft>
                <a:spcPts val="0"/>
              </a:spcAft>
              <a:buSzPct val="100000"/>
              <a:buFont typeface="Noto Sans Symbols"/>
              <a:buChar char="●"/>
            </a:pPr>
            <a:r>
              <a:rPr lang="es-AR" sz="1600" b="0" i="0" u="none" strike="noStrike" cap="none" dirty="0">
                <a:solidFill>
                  <a:schemeClr val="dk1"/>
                </a:solidFill>
                <a:latin typeface="Questrial"/>
                <a:ea typeface="Questrial"/>
                <a:cs typeface="Questrial"/>
                <a:sym typeface="Questrial"/>
              </a:rPr>
              <a:t>En intervalos regulares de tiempo se buscan </a:t>
            </a:r>
            <a:r>
              <a:rPr lang="es-AR" sz="1600" b="0" i="0" u="none" strike="noStrike" cap="none" dirty="0" err="1">
                <a:solidFill>
                  <a:schemeClr val="dk1"/>
                </a:solidFill>
                <a:latin typeface="Questrial"/>
                <a:ea typeface="Questrial"/>
                <a:cs typeface="Questrial"/>
                <a:sym typeface="Questrial"/>
              </a:rPr>
              <a:t>deadlocks</a:t>
            </a:r>
            <a:endParaRPr lang="es-AR" sz="1600" b="0" i="0" u="none" strike="noStrike" cap="none" dirty="0">
              <a:solidFill>
                <a:schemeClr val="dk1"/>
              </a:solidFill>
              <a:latin typeface="Questrial"/>
              <a:ea typeface="Questrial"/>
              <a:cs typeface="Questrial"/>
              <a:sym typeface="Questrial"/>
            </a:endParaRPr>
          </a:p>
          <a:p>
            <a:pPr marL="742950" marR="0" lvl="1" indent="-285750" algn="l" rtl="0">
              <a:spcBef>
                <a:spcPts val="1000"/>
              </a:spcBef>
              <a:spcAft>
                <a:spcPts val="0"/>
              </a:spcAft>
              <a:buSzPct val="100000"/>
              <a:buFont typeface="Noto Sans Symbols"/>
              <a:buChar char="●"/>
            </a:pPr>
            <a:r>
              <a:rPr lang="es-AR" sz="1600" b="0" i="0" u="none" strike="noStrike" cap="none" dirty="0">
                <a:solidFill>
                  <a:schemeClr val="dk1"/>
                </a:solidFill>
                <a:latin typeface="Questrial"/>
                <a:ea typeface="Questrial"/>
                <a:cs typeface="Questrial"/>
                <a:sym typeface="Questrial"/>
              </a:rPr>
              <a:t>Si los hubiera, se los trata</a:t>
            </a:r>
          </a:p>
          <a:p>
            <a:pPr marL="342900" marR="0" lvl="0" indent="-342900" algn="l" rtl="0">
              <a:spcBef>
                <a:spcPts val="1000"/>
              </a:spcBef>
              <a:spcAft>
                <a:spcPts val="0"/>
              </a:spcAft>
              <a:buClr>
                <a:schemeClr val="accent1"/>
              </a:buClr>
              <a:buFont typeface="Noto Sans Symbols"/>
              <a:buNone/>
            </a:pPr>
            <a:endParaRPr sz="1800" b="0" i="0" u="none" strike="noStrike" cap="none" dirty="0">
              <a:solidFill>
                <a:schemeClr val="dk1"/>
              </a:solidFill>
              <a:latin typeface="Questrial"/>
              <a:ea typeface="Questrial"/>
              <a:cs typeface="Questrial"/>
              <a:sym typeface="Questrial"/>
            </a:endParaRPr>
          </a:p>
          <a:p>
            <a:pPr marL="342900" marR="0" lvl="0" indent="-342900" algn="l" rtl="0">
              <a:spcBef>
                <a:spcPts val="1000"/>
              </a:spcBef>
              <a:spcAft>
                <a:spcPts val="0"/>
              </a:spcAft>
              <a:buClr>
                <a:schemeClr val="accent1"/>
              </a:buClr>
              <a:buFont typeface="Noto Sans Symbols"/>
              <a:buNone/>
            </a:pPr>
            <a:endParaRPr sz="1800" b="0" i="0" u="none" strike="noStrike" cap="none" dirty="0">
              <a:solidFill>
                <a:schemeClr val="dk1"/>
              </a:solidFill>
              <a:latin typeface="Questrial"/>
              <a:ea typeface="Questrial"/>
              <a:cs typeface="Questrial"/>
              <a:sym typeface="Questrial"/>
            </a:endParaRPr>
          </a:p>
        </p:txBody>
      </p:sp>
    </p:spTree>
    <p:extLst>
      <p:ext uri="{BB962C8B-B14F-4D97-AF65-F5344CB8AC3E}">
        <p14:creationId xmlns:p14="http://schemas.microsoft.com/office/powerpoint/2010/main" val="1282467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Shape 104"/>
          <p:cNvSpPr/>
          <p:nvPr/>
        </p:nvSpPr>
        <p:spPr>
          <a:xfrm>
            <a:off x="1493398" y="304800"/>
            <a:ext cx="6872679" cy="1569600"/>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s-AR" sz="9600" b="0" i="0" u="none" strike="noStrike" cap="none" dirty="0">
                <a:latin typeface="Kaushan Script"/>
                <a:ea typeface="Kaushan Script"/>
                <a:cs typeface="Kaushan Script"/>
                <a:sym typeface="Kaushan Script"/>
              </a:rPr>
              <a:t>¿DUDAS ?</a:t>
            </a:r>
          </a:p>
        </p:txBody>
      </p:sp>
      <p:pic>
        <p:nvPicPr>
          <p:cNvPr id="105" name="Shape 105"/>
          <p:cNvPicPr preferRelativeResize="0"/>
          <p:nvPr/>
        </p:nvPicPr>
        <p:blipFill rotWithShape="1">
          <a:blip r:embed="rId3">
            <a:alphaModFix/>
          </a:blip>
          <a:srcRect t="20082" b="14801"/>
          <a:stretch/>
        </p:blipFill>
        <p:spPr>
          <a:xfrm>
            <a:off x="2322883" y="2078438"/>
            <a:ext cx="5213707" cy="4684028"/>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566</Words>
  <Application>Microsoft Office PowerPoint</Application>
  <PresentationFormat>On-screen Show (4:3)</PresentationFormat>
  <Paragraphs>128</Paragraphs>
  <Slides>28</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Wingdings</vt:lpstr>
      <vt:lpstr>Calibri</vt:lpstr>
      <vt:lpstr>Kaushan Script</vt:lpstr>
      <vt:lpstr>Arial</vt:lpstr>
      <vt:lpstr>Questrial</vt:lpstr>
      <vt:lpstr>Noto Sans Symbols</vt:lpstr>
      <vt:lpstr>simple-light-2</vt:lpstr>
      <vt:lpstr>Interbloqueos</vt:lpstr>
      <vt:lpstr>INTRODUCCION</vt:lpstr>
      <vt:lpstr>Principios del Interbloqueo</vt:lpstr>
      <vt:lpstr>Livelock</vt:lpstr>
      <vt:lpstr>PowerPoint Presentation</vt:lpstr>
      <vt:lpstr>PowerPoint Presentation</vt:lpstr>
      <vt:lpstr>PowerPoint Presentation</vt:lpstr>
      <vt:lpstr>RECURSOS REUTILIZABLES</vt:lpstr>
      <vt:lpstr>RECURSOS CONSUMIBLES</vt:lpstr>
      <vt:lpstr>Asignación de recursos</vt:lpstr>
      <vt:lpstr>ELEMENTOS CLAVES</vt:lpstr>
      <vt:lpstr>CONDICIONES NECESARIAS</vt:lpstr>
      <vt:lpstr>CONDICION SUFICIENTE</vt:lpstr>
      <vt:lpstr>Deadlock</vt:lpstr>
      <vt:lpstr>PowerPoint Presentation</vt:lpstr>
      <vt:lpstr>PREVENCION DEL INTERBLOQUEO</vt:lpstr>
      <vt:lpstr>ESTRATEGIAS</vt:lpstr>
      <vt:lpstr>Exclusión mutua</vt:lpstr>
      <vt:lpstr>Retención y Espera</vt:lpstr>
      <vt:lpstr>No Apropiación</vt:lpstr>
      <vt:lpstr>Espera Circular</vt:lpstr>
      <vt:lpstr>NEGATIVA DE ASIGNACION DE RECURSOS</vt:lpstr>
      <vt:lpstr>PREDICCIÓN DEL INTERBLOQUEO</vt:lpstr>
      <vt:lpstr>ALGORITMO DE DETECCION DE INTERBLOQUEO</vt:lpstr>
      <vt:lpstr>RECUPERACIÓN</vt:lpstr>
      <vt:lpstr>PowerPoint Presentation</vt:lpstr>
      <vt:lpstr>Resumiendo …</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Interbloqueos</dc:title>
  <dc:creator>Esquivel, Nestor (Tech Data)</dc:creator>
  <cp:lastModifiedBy>Esquivel, Nestor (Tech Data)</cp:lastModifiedBy>
  <cp:revision>7</cp:revision>
  <dcterms:modified xsi:type="dcterms:W3CDTF">2017-09-18T21:10:42Z</dcterms:modified>
</cp:coreProperties>
</file>