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0" r:id="rId5"/>
    <p:sldId id="258" r:id="rId6"/>
    <p:sldId id="259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E46B6-E754-44A1-ACA8-37257BD8B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84BC54-E2D9-4FA6-AAB7-D9C49586A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B99401-559F-40E0-A335-AF7C48EE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923B79-DF54-4897-80ED-671028BB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656672-ED6D-4BE2-A14A-E38797C2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0671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C5855-C4AA-4FBB-925E-0E24B813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C9F4BE-13A7-4F05-961F-232A59F1D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64C879-E37E-4094-9913-EC3FDAB7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3E727A-AF30-49DE-A8CB-8A9FAB31C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C30F0-5B79-4F1C-A2F4-DF45B6EB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8229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F8FAC-969B-43A1-82BA-511ECE40E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43E5EE-8351-437C-BD84-916C49107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58116B-DFD9-4959-AFD5-03808E30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48FC1C-9FCD-48DB-9D27-7D48643A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BA237E-5FCA-431C-9957-59060C023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446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B20BC-6648-4D14-BA47-BCB97D13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A500DB-8DC6-4FEA-9B94-E087E4CA6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845A56-386E-427E-8840-FE887E4FD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CAE8CF-C1FA-4B0E-B50E-7CDEFCD8B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C6CD41-133E-4D30-B5DF-04399668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BFB858-BAB3-402E-A033-DC4CF718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237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4ACF4-F01C-4ED8-944F-AA7983DE5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04090E-9606-4AC8-978F-F10A7159E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F3AC13-FEEF-4B3A-8BB5-F7639CBD7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2C0373-D3DF-437A-B942-C8A8AFE30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B1FF5A6-ED3B-4B8A-BAE7-2A14E87F3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6C8161-42D5-4068-A84D-4A4AA73D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0AB32C-E65C-4E4D-8BBA-982372D3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F05FB17-9E33-4EC0-8192-0F22371C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0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F183B-A6EB-4BD9-8B4F-97F51610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D6833E0-13B6-4453-9AD8-7B609427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C0037C-8A4B-4465-87E9-EF53D3517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1EB2288-6BD0-4E1C-9608-7138BED4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388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A390CC-2360-4B1E-B725-E17657FA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680011-F77C-4AD5-9022-321C46C4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29EE1F-44B7-4991-9EB7-766418BE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72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8AD3E-6EA6-44A3-B4CD-13A26FBEB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699357-BF5A-45BF-B17E-783632FC4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DBF3B8-0419-4B37-B4CC-EFD0E8B84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FEEA2F-7FE4-4621-A140-886A6A84D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35DBAC-6021-4321-A876-2A69647E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7D3FD4-2A55-4B59-B2E0-0F23A55F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8997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0CD71-2124-4AE8-8078-EB5AAF4C1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17A3EA-0F3B-45C1-8A0C-1A0EE66CE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AC29B2-838A-4ACC-BC94-A1146BDA0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4ECDAE-5F6E-4BBC-904D-FD1F5ECE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234B49-9800-45E3-BC71-D44FE00B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2065DD-9A87-4C27-8E59-A14C5423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4411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02156-9666-47ED-A42B-E9674F740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AAE770-50B4-4F98-9639-F92134A9F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09D93B-338D-4EDF-B6E2-B2304CA59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4948BC-EF58-435C-ADDA-8B58FCC37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EDD6EB-928C-445C-8E7A-266CDEFB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5833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046DB4-6C0A-4645-9AF1-E7B464083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92AF72-D294-40C0-A8CF-48E0C962F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35AAC3-9050-409A-81B6-DE444B44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63E1AB-1129-4644-9DEE-CC225E38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B11399-50EE-4AE2-A0E0-4B627B32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1942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F71D55F-B76E-4DF2-805C-B200E4097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2FDB2B-8D50-4329-8334-2CBD68E15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BDB078-62EB-4E0A-A576-D3E9371C2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6BA55-0B88-4BFD-869B-BA0AE3F1C715}" type="datetimeFigureOut">
              <a:rPr lang="es-AR" smtClean="0"/>
              <a:t>11/04/2019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7F8220-8586-45A5-BA5F-49FD29FDD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10FCB1-2A84-4CAE-A5ED-7E1565DFF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57917-3EDE-4230-A69A-0E249B0D32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128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0C8F48-AD1D-4096-B12D-D8C28EB03E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14712" y="446013"/>
            <a:ext cx="5362575" cy="9048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F6A36E7-320E-45A9-B719-09ABAE7CE53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89935" y="1762760"/>
            <a:ext cx="5612130" cy="333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4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C57159D-554F-493D-899A-A2BFFE0560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77651" y="482596"/>
            <a:ext cx="10436698" cy="589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63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9CC221D-0569-48DE-81FE-7DC486CCA6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05601" y="1398846"/>
            <a:ext cx="5022754" cy="378984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7B36E09-F24D-4807-8263-0CC6D2630E4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77015" y="1398846"/>
            <a:ext cx="4909385" cy="378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6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76817D3-863E-4CEA-8D93-DA2FC5E42D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85995" y="578466"/>
            <a:ext cx="9820009" cy="570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96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BB77A35-C554-4F32-85E8-AFC9E1340D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81419" y="645898"/>
            <a:ext cx="8629162" cy="556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93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0DEB87A-F11F-4A58-9D76-A93AA1CB78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0558" y="859653"/>
            <a:ext cx="10170884" cy="513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11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805B124-0AF4-4F0D-89BB-EC26EF43AD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95854" y="313882"/>
            <a:ext cx="6500369" cy="467278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F666B87-DF9A-4EB7-AB70-5ECD6E89652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991143" y="312110"/>
            <a:ext cx="3321899" cy="1461755"/>
          </a:xfrm>
          <a:prstGeom prst="rect">
            <a:avLst/>
          </a:prstGeom>
        </p:spPr>
      </p:pic>
      <p:sp>
        <p:nvSpPr>
          <p:cNvPr id="4" name="AutoShape 2" descr="Resultado de imagen para multithreading">
            <a:extLst>
              <a:ext uri="{FF2B5EF4-FFF2-40B4-BE49-F238E27FC236}">
                <a16:creationId xmlns:a16="http://schemas.microsoft.com/office/drawing/2014/main" id="{B19F39C1-01B4-47DB-90C2-500C9CAACA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395BC5-B57B-4B79-AAB9-80B94C8CD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963" y="2346930"/>
            <a:ext cx="4526258" cy="349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3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30D0905-E548-48AC-B470-756571C8AA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62337" y="172780"/>
            <a:ext cx="5267325" cy="3429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A28E93E-2A20-4F75-A684-49A1EFBB32C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5519" y="4277005"/>
            <a:ext cx="3139552" cy="181545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A925F21-CD21-424B-A0D7-F8FFE07D0F7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253488" y="4277005"/>
            <a:ext cx="3685023" cy="181545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664F7DC-7084-46C1-809F-9F670F69180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255343" y="4277005"/>
            <a:ext cx="3823246" cy="197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19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40B8E4E-FB76-4A32-BF70-D92371345A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53861" y="525123"/>
            <a:ext cx="4929031" cy="396181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567C2F-129E-42F8-99C1-BB83D2F2544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5348" y="525123"/>
            <a:ext cx="5822167" cy="396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59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86EA057-7C15-4FB9-AFEB-1639E6191E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0920" y="1654591"/>
            <a:ext cx="5492559" cy="284706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ECADD46-7BD8-426D-8904-C9A330E6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23" y="1654591"/>
            <a:ext cx="5336703" cy="338932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EF34FF2-A322-4333-938A-BBE6D52A8385}"/>
              </a:ext>
            </a:extLst>
          </p:cNvPr>
          <p:cNvSpPr txBox="1"/>
          <p:nvPr/>
        </p:nvSpPr>
        <p:spPr>
          <a:xfrm>
            <a:off x="2753833" y="233916"/>
            <a:ext cx="73683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400" dirty="0">
                <a:solidFill>
                  <a:schemeClr val="accent1"/>
                </a:solidFill>
              </a:rPr>
              <a:t>KERNEL LEVEL THREADS</a:t>
            </a:r>
          </a:p>
        </p:txBody>
      </p:sp>
    </p:spTree>
    <p:extLst>
      <p:ext uri="{BB962C8B-B14F-4D97-AF65-F5344CB8AC3E}">
        <p14:creationId xmlns:p14="http://schemas.microsoft.com/office/powerpoint/2010/main" val="2323657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8AC6C97-F879-4171-8BB1-CEEBF9125C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83707" y="834242"/>
            <a:ext cx="9224585" cy="518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61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4A838F9-CB1F-4EEB-BA31-4FB59CAD0B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9775" y="1307805"/>
            <a:ext cx="5269275" cy="389438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1F9991-B7B9-40F9-B8E9-E46003DFFD1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92949" y="1307805"/>
            <a:ext cx="5269275" cy="38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67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B4243C1-1BEC-4F67-94D3-22FBB1CA23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33298" y="504086"/>
            <a:ext cx="9925404" cy="584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07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DFEEF69-3BF6-4430-8177-368C4D5C28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0651" y="852945"/>
            <a:ext cx="7215032" cy="515211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2F97947-9A1E-450B-9156-5FC505D036B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226166" y="852945"/>
            <a:ext cx="3512178" cy="515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6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B9442D8-2702-4B40-9C68-C1CD99364A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7349" y="785140"/>
            <a:ext cx="9957302" cy="528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80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74C9657-5F67-4703-8196-4F9EC87412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6763" y="219031"/>
            <a:ext cx="10298474" cy="641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72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96E4FF4-22AA-415E-82EE-D40F7F41BC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37879" y="523509"/>
            <a:ext cx="8916241" cy="58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904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3</Words>
  <Application>Microsoft Office PowerPoint</Application>
  <PresentationFormat>Panorámica</PresentationFormat>
  <Paragraphs>1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Esquivel Nestor Gabriel</dc:creator>
  <cp:lastModifiedBy>Esquivel Nestor Gabriel</cp:lastModifiedBy>
  <cp:revision>6</cp:revision>
  <dcterms:created xsi:type="dcterms:W3CDTF">2019-04-11T18:26:05Z</dcterms:created>
  <dcterms:modified xsi:type="dcterms:W3CDTF">2019-04-12T13:59:09Z</dcterms:modified>
</cp:coreProperties>
</file>