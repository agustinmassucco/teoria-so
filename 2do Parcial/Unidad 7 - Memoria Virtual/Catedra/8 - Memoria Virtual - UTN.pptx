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76" r:id="rId4"/>
    <p:sldId id="277" r:id="rId5"/>
    <p:sldId id="260" r:id="rId6"/>
    <p:sldId id="261" r:id="rId7"/>
    <p:sldId id="262" r:id="rId8"/>
    <p:sldId id="265" r:id="rId9"/>
    <p:sldId id="266" r:id="rId10"/>
    <p:sldId id="267" r:id="rId11"/>
    <p:sldId id="268" r:id="rId12"/>
    <p:sldId id="269" r:id="rId13"/>
    <p:sldId id="270" r:id="rId14"/>
    <p:sldId id="272" r:id="rId15"/>
    <p:sldId id="273" r:id="rId16"/>
    <p:sldId id="274" r:id="rId17"/>
    <p:sldId id="275" r:id="rId18"/>
  </p:sldIdLst>
  <p:sldSz cx="9144000" cy="6858000" type="screen4x3"/>
  <p:notesSz cx="6858000" cy="9144000"/>
  <p:embeddedFontLst>
    <p:embeddedFont>
      <p:font typeface="Questrial" panose="020B0604020202020204" charset="0"/>
      <p:regular r:id="rId20"/>
    </p:embeddedFont>
    <p:embeddedFont>
      <p:font typeface="Kaushan Script" panose="020B0604020202020204" charset="0"/>
      <p:regular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4894794-356E-4D74-93AF-CE1BFCA68163}">
  <a:tblStyle styleId="{E4894794-356E-4D74-93AF-CE1BFCA68163}" styleName="Table_0">
    <a:wholeTbl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3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87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87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s-A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s-A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04536555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3" name="Shape 6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6618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2382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11465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59919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8700"/>
          </a:xfrm>
          <a:prstGeom prst="rect">
            <a:avLst/>
          </a:prstGeom>
        </p:spPr>
        <p:txBody>
          <a:bodyPr lIns="91425" tIns="45700" rIns="91425" bIns="45700" anchor="b" anchorCtr="0">
            <a:noAutofit/>
          </a:bodyPr>
          <a:lstStyle/>
          <a:p>
            <a:pPr lv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s-AR"/>
              <a:t>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208891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94" name="Shape 94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4097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Shape 101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02" name="Shape 102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8700"/>
          </a:xfrm>
          <a:prstGeom prst="rect">
            <a:avLst/>
          </a:prstGeom>
        </p:spPr>
        <p:txBody>
          <a:bodyPr lIns="91425" tIns="45700" rIns="91425" bIns="45700" anchor="b" anchorCtr="0">
            <a:noAutofit/>
          </a:bodyPr>
          <a:lstStyle/>
          <a:p>
            <a:pPr lv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s-AR"/>
              <a:t>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727466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126" name="Shape 126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41894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132" name="Shape 132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54435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138" name="Shape 138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814226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145" name="Shape 145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01467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Shape 15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53" name="Shape 153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8700"/>
          </a:xfrm>
          <a:prstGeom prst="rect">
            <a:avLst/>
          </a:prstGeom>
        </p:spPr>
        <p:txBody>
          <a:bodyPr lIns="91425" tIns="45700" rIns="91425" bIns="45700" anchor="b" anchorCtr="0">
            <a:noAutofit/>
          </a:bodyPr>
          <a:lstStyle/>
          <a:p>
            <a:pPr lv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s-AR"/>
              <a:t>12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598374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160" name="Shape 160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59668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173" name="Shape 17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25242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179" name="Shape 179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86685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185" name="Shape 185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80923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91" name="Shape 191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3079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ctrTitle"/>
          </p:nvPr>
        </p:nvSpPr>
        <p:spPr>
          <a:xfrm>
            <a:off x="311708" y="992766"/>
            <a:ext cx="8520600" cy="27369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>
              <a:spcBef>
                <a:spcPts val="0"/>
              </a:spcBef>
              <a:buSzPct val="100000"/>
              <a:defRPr sz="5200"/>
            </a:lvl1pPr>
            <a:lvl2pPr lvl="1" algn="ctr">
              <a:spcBef>
                <a:spcPts val="0"/>
              </a:spcBef>
              <a:buSzPct val="100000"/>
              <a:defRPr sz="5200"/>
            </a:lvl2pPr>
            <a:lvl3pPr lvl="2" algn="ctr">
              <a:spcBef>
                <a:spcPts val="0"/>
              </a:spcBef>
              <a:buSzPct val="100000"/>
              <a:defRPr sz="5200"/>
            </a:lvl3pPr>
            <a:lvl4pPr lvl="3" algn="ctr">
              <a:spcBef>
                <a:spcPts val="0"/>
              </a:spcBef>
              <a:buSzPct val="100000"/>
              <a:defRPr sz="5200"/>
            </a:lvl4pPr>
            <a:lvl5pPr lvl="4" algn="ctr">
              <a:spcBef>
                <a:spcPts val="0"/>
              </a:spcBef>
              <a:buSzPct val="100000"/>
              <a:defRPr sz="5200"/>
            </a:lvl5pPr>
            <a:lvl6pPr lvl="5" algn="ctr">
              <a:spcBef>
                <a:spcPts val="0"/>
              </a:spcBef>
              <a:buSzPct val="100000"/>
              <a:defRPr sz="5200"/>
            </a:lvl6pPr>
            <a:lvl7pPr lvl="6" algn="ctr">
              <a:spcBef>
                <a:spcPts val="0"/>
              </a:spcBef>
              <a:buSzPct val="100000"/>
              <a:defRPr sz="5200"/>
            </a:lvl7pPr>
            <a:lvl8pPr lvl="7" algn="ctr">
              <a:spcBef>
                <a:spcPts val="0"/>
              </a:spcBef>
              <a:buSzPct val="100000"/>
              <a:defRPr sz="5200"/>
            </a:lvl8pPr>
            <a:lvl9pPr lvl="8" algn="ctr">
              <a:spcBef>
                <a:spcPts val="0"/>
              </a:spcBef>
              <a:buSzPct val="100000"/>
              <a:defRPr sz="5200"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sldNum" idx="12"/>
          </p:nvPr>
        </p:nvSpPr>
        <p:spPr>
          <a:xfrm>
            <a:off x="8472457" y="6217622"/>
            <a:ext cx="548700" cy="524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-AR"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>
              <a:spcBef>
                <a:spcPts val="0"/>
              </a:spcBef>
              <a:buSzPct val="100000"/>
              <a:defRPr sz="3600"/>
            </a:lvl1pPr>
            <a:lvl2pPr lvl="1" algn="ctr">
              <a:spcBef>
                <a:spcPts val="0"/>
              </a:spcBef>
              <a:buSzPct val="100000"/>
              <a:defRPr sz="3600"/>
            </a:lvl2pPr>
            <a:lvl3pPr lvl="2" algn="ctr">
              <a:spcBef>
                <a:spcPts val="0"/>
              </a:spcBef>
              <a:buSzPct val="100000"/>
              <a:defRPr sz="3600"/>
            </a:lvl3pPr>
            <a:lvl4pPr lvl="3" algn="ctr">
              <a:spcBef>
                <a:spcPts val="0"/>
              </a:spcBef>
              <a:buSzPct val="100000"/>
              <a:defRPr sz="3600"/>
            </a:lvl4pPr>
            <a:lvl5pPr lvl="4" algn="ctr">
              <a:spcBef>
                <a:spcPts val="0"/>
              </a:spcBef>
              <a:buSzPct val="100000"/>
              <a:defRPr sz="3600"/>
            </a:lvl5pPr>
            <a:lvl6pPr lvl="5" algn="ctr">
              <a:spcBef>
                <a:spcPts val="0"/>
              </a:spcBef>
              <a:buSzPct val="100000"/>
              <a:defRPr sz="3600"/>
            </a:lvl6pPr>
            <a:lvl7pPr lvl="6" algn="ctr">
              <a:spcBef>
                <a:spcPts val="0"/>
              </a:spcBef>
              <a:buSzPct val="100000"/>
              <a:defRPr sz="3600"/>
            </a:lvl7pPr>
            <a:lvl8pPr lvl="7" algn="ctr">
              <a:spcBef>
                <a:spcPts val="0"/>
              </a:spcBef>
              <a:buSzPct val="100000"/>
              <a:defRPr sz="3600"/>
            </a:lvl8pPr>
            <a:lvl9pPr lvl="8" algn="ctr">
              <a:spcBef>
                <a:spcPts val="0"/>
              </a:spcBef>
              <a:buSzPct val="100000"/>
              <a:defRPr sz="3600"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8472457" y="6217622"/>
            <a:ext cx="548700" cy="524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-AR"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311700" y="593366"/>
            <a:ext cx="8520600" cy="7635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sldNum" idx="12"/>
          </p:nvPr>
        </p:nvSpPr>
        <p:spPr>
          <a:xfrm>
            <a:off x="8472457" y="6217622"/>
            <a:ext cx="548700" cy="524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-AR"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311700" y="593366"/>
            <a:ext cx="8520600" cy="7635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sldNum" idx="12"/>
          </p:nvPr>
        </p:nvSpPr>
        <p:spPr>
          <a:xfrm>
            <a:off x="8472457" y="6217622"/>
            <a:ext cx="548700" cy="524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-AR"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 txBox="1">
            <a:spLocks noGrp="1"/>
          </p:cNvSpPr>
          <p:nvPr>
            <p:ph type="title"/>
          </p:nvPr>
        </p:nvSpPr>
        <p:spPr>
          <a:xfrm>
            <a:off x="311700" y="593366"/>
            <a:ext cx="8520600" cy="7635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8472457" y="6217622"/>
            <a:ext cx="548700" cy="524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-AR"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2400"/>
            </a:lvl1pPr>
            <a:lvl2pPr lvl="1">
              <a:spcBef>
                <a:spcPts val="0"/>
              </a:spcBef>
              <a:buSzPct val="100000"/>
              <a:defRPr sz="2400"/>
            </a:lvl2pPr>
            <a:lvl3pPr lvl="2">
              <a:spcBef>
                <a:spcPts val="0"/>
              </a:spcBef>
              <a:buSzPct val="100000"/>
              <a:defRPr sz="2400"/>
            </a:lvl3pPr>
            <a:lvl4pPr lvl="3">
              <a:spcBef>
                <a:spcPts val="0"/>
              </a:spcBef>
              <a:buSzPct val="100000"/>
              <a:defRPr sz="2400"/>
            </a:lvl4pPr>
            <a:lvl5pPr lvl="4">
              <a:spcBef>
                <a:spcPts val="0"/>
              </a:spcBef>
              <a:buSzPct val="100000"/>
              <a:defRPr sz="2400"/>
            </a:lvl5pPr>
            <a:lvl6pPr lvl="5">
              <a:spcBef>
                <a:spcPts val="0"/>
              </a:spcBef>
              <a:buSzPct val="100000"/>
              <a:defRPr sz="2400"/>
            </a:lvl6pPr>
            <a:lvl7pPr lvl="6">
              <a:spcBef>
                <a:spcPts val="0"/>
              </a:spcBef>
              <a:buSzPct val="100000"/>
              <a:defRPr sz="2400"/>
            </a:lvl7pPr>
            <a:lvl8pPr lvl="7">
              <a:spcBef>
                <a:spcPts val="0"/>
              </a:spcBef>
              <a:buSzPct val="100000"/>
              <a:defRPr sz="2400"/>
            </a:lvl8pPr>
            <a:lvl9pPr lvl="8">
              <a:spcBef>
                <a:spcPts val="0"/>
              </a:spcBef>
              <a:buSzPct val="100000"/>
              <a:defRPr sz="2400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2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sldNum" idx="12"/>
          </p:nvPr>
        </p:nvSpPr>
        <p:spPr>
          <a:xfrm>
            <a:off x="8472457" y="6217622"/>
            <a:ext cx="548700" cy="524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-AR"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buSzPct val="100000"/>
              <a:defRPr sz="4800"/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ldNum" idx="12"/>
          </p:nvPr>
        </p:nvSpPr>
        <p:spPr>
          <a:xfrm>
            <a:off x="8472457" y="6217622"/>
            <a:ext cx="548700" cy="524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-AR"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/>
          <p:nvPr/>
        </p:nvSpPr>
        <p:spPr>
          <a:xfrm>
            <a:off x="4572000" y="-166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>
              <a:spcBef>
                <a:spcPts val="0"/>
              </a:spcBef>
              <a:buSzPct val="100000"/>
              <a:defRPr sz="4200"/>
            </a:lvl1pPr>
            <a:lvl2pPr lvl="1" algn="ctr">
              <a:spcBef>
                <a:spcPts val="0"/>
              </a:spcBef>
              <a:buSzPct val="100000"/>
              <a:defRPr sz="4200"/>
            </a:lvl2pPr>
            <a:lvl3pPr lvl="2" algn="ctr">
              <a:spcBef>
                <a:spcPts val="0"/>
              </a:spcBef>
              <a:buSzPct val="100000"/>
              <a:defRPr sz="4200"/>
            </a:lvl3pPr>
            <a:lvl4pPr lvl="3" algn="ctr">
              <a:spcBef>
                <a:spcPts val="0"/>
              </a:spcBef>
              <a:buSzPct val="100000"/>
              <a:defRPr sz="4200"/>
            </a:lvl4pPr>
            <a:lvl5pPr lvl="4" algn="ctr">
              <a:spcBef>
                <a:spcPts val="0"/>
              </a:spcBef>
              <a:buSzPct val="100000"/>
              <a:defRPr sz="4200"/>
            </a:lvl5pPr>
            <a:lvl6pPr lvl="5" algn="ctr">
              <a:spcBef>
                <a:spcPts val="0"/>
              </a:spcBef>
              <a:buSzPct val="100000"/>
              <a:defRPr sz="4200"/>
            </a:lvl6pPr>
            <a:lvl7pPr lvl="6" algn="ctr">
              <a:spcBef>
                <a:spcPts val="0"/>
              </a:spcBef>
              <a:buSzPct val="100000"/>
              <a:defRPr sz="4200"/>
            </a:lvl7pPr>
            <a:lvl8pPr lvl="7" algn="ctr">
              <a:spcBef>
                <a:spcPts val="0"/>
              </a:spcBef>
              <a:buSzPct val="100000"/>
              <a:defRPr sz="4200"/>
            </a:lvl8pPr>
            <a:lvl9pPr lvl="8" algn="ctr">
              <a:spcBef>
                <a:spcPts val="0"/>
              </a:spcBef>
              <a:buSzPct val="100000"/>
              <a:defRPr sz="4200"/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sldNum" idx="12"/>
          </p:nvPr>
        </p:nvSpPr>
        <p:spPr>
          <a:xfrm>
            <a:off x="8472457" y="6217622"/>
            <a:ext cx="548700" cy="524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-AR"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311700" y="5640766"/>
            <a:ext cx="5998800" cy="8067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sldNum" idx="12"/>
          </p:nvPr>
        </p:nvSpPr>
        <p:spPr>
          <a:xfrm>
            <a:off x="8472457" y="6217622"/>
            <a:ext cx="548700" cy="524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-AR"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>
              <a:spcBef>
                <a:spcPts val="0"/>
              </a:spcBef>
              <a:buSzPct val="100000"/>
              <a:defRPr sz="12000"/>
            </a:lvl1pPr>
            <a:lvl2pPr lvl="1" algn="ctr">
              <a:spcBef>
                <a:spcPts val="0"/>
              </a:spcBef>
              <a:buSzPct val="100000"/>
              <a:defRPr sz="12000"/>
            </a:lvl2pPr>
            <a:lvl3pPr lvl="2" algn="ctr">
              <a:spcBef>
                <a:spcPts val="0"/>
              </a:spcBef>
              <a:buSzPct val="100000"/>
              <a:defRPr sz="12000"/>
            </a:lvl3pPr>
            <a:lvl4pPr lvl="3" algn="ctr">
              <a:spcBef>
                <a:spcPts val="0"/>
              </a:spcBef>
              <a:buSzPct val="100000"/>
              <a:defRPr sz="12000"/>
            </a:lvl4pPr>
            <a:lvl5pPr lvl="4" algn="ctr">
              <a:spcBef>
                <a:spcPts val="0"/>
              </a:spcBef>
              <a:buSzPct val="100000"/>
              <a:defRPr sz="12000"/>
            </a:lvl5pPr>
            <a:lvl6pPr lvl="5" algn="ctr">
              <a:spcBef>
                <a:spcPts val="0"/>
              </a:spcBef>
              <a:buSzPct val="100000"/>
              <a:defRPr sz="12000"/>
            </a:lvl6pPr>
            <a:lvl7pPr lvl="6" algn="ctr">
              <a:spcBef>
                <a:spcPts val="0"/>
              </a:spcBef>
              <a:buSzPct val="100000"/>
              <a:defRPr sz="12000"/>
            </a:lvl7pPr>
            <a:lvl8pPr lvl="7" algn="ctr">
              <a:spcBef>
                <a:spcPts val="0"/>
              </a:spcBef>
              <a:buSzPct val="100000"/>
              <a:defRPr sz="12000"/>
            </a:lvl8pPr>
            <a:lvl9pPr lvl="8" algn="ctr">
              <a:spcBef>
                <a:spcPts val="0"/>
              </a:spcBef>
              <a:buSzPct val="100000"/>
              <a:defRPr sz="12000"/>
            </a:lvl9pPr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body" idx="1"/>
          </p:nvPr>
        </p:nvSpPr>
        <p:spPr>
          <a:xfrm>
            <a:off x="311700" y="4202966"/>
            <a:ext cx="8520600" cy="17343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>
              <a:spcBef>
                <a:spcPts val="0"/>
              </a:spcBef>
              <a:defRPr/>
            </a:lvl1pPr>
            <a:lvl2pPr lvl="1" algn="ctr">
              <a:spcBef>
                <a:spcPts val="0"/>
              </a:spcBef>
              <a:defRPr/>
            </a:lvl2pPr>
            <a:lvl3pPr lvl="2" algn="ctr">
              <a:spcBef>
                <a:spcPts val="0"/>
              </a:spcBef>
              <a:defRPr/>
            </a:lvl3pPr>
            <a:lvl4pPr lvl="3" algn="ctr">
              <a:spcBef>
                <a:spcPts val="0"/>
              </a:spcBef>
              <a:defRPr/>
            </a:lvl4pPr>
            <a:lvl5pPr lvl="4" algn="ctr">
              <a:spcBef>
                <a:spcPts val="0"/>
              </a:spcBef>
              <a:defRPr/>
            </a:lvl5pPr>
            <a:lvl6pPr lvl="5" algn="ctr">
              <a:spcBef>
                <a:spcPts val="0"/>
              </a:spcBef>
              <a:defRPr/>
            </a:lvl6pPr>
            <a:lvl7pPr lvl="6" algn="ctr">
              <a:spcBef>
                <a:spcPts val="0"/>
              </a:spcBef>
              <a:defRPr/>
            </a:lvl7pPr>
            <a:lvl8pPr lvl="7" algn="ctr">
              <a:spcBef>
                <a:spcPts val="0"/>
              </a:spcBef>
              <a:defRPr/>
            </a:lvl8pPr>
            <a:lvl9pPr lvl="8" algn="ctr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sldNum" idx="12"/>
          </p:nvPr>
        </p:nvSpPr>
        <p:spPr>
          <a:xfrm>
            <a:off x="8472457" y="6217622"/>
            <a:ext cx="548700" cy="524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-AR"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 txBox="1">
            <a:spLocks noGrp="1"/>
          </p:cNvSpPr>
          <p:nvPr>
            <p:ph type="sldNum" idx="12"/>
          </p:nvPr>
        </p:nvSpPr>
        <p:spPr>
          <a:xfrm>
            <a:off x="8472457" y="6217622"/>
            <a:ext cx="548700" cy="524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-AR"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200" cy="1281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rgbClr val="262626"/>
              </a:buClr>
              <a:buFont typeface="Questrial"/>
              <a:buNone/>
              <a:defRPr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6" name="Shape 56"/>
          <p:cNvSpPr txBox="1">
            <a:spLocks noGrp="1"/>
          </p:cNvSpPr>
          <p:nvPr>
            <p:ph type="body" idx="1"/>
          </p:nvPr>
        </p:nvSpPr>
        <p:spPr>
          <a:xfrm>
            <a:off x="1942415" y="2133600"/>
            <a:ext cx="6591900" cy="3777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2286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  <a:defRPr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742950" marR="0" lvl="1" indent="-18415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  <a:defRPr sz="16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143000" marR="0" lvl="2" indent="-1397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  <a:defRPr sz="14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600200" marR="0" lvl="3" indent="-1524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  <a:defRPr sz="12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057400" marR="0" lvl="4" indent="-1524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  <a:defRPr sz="12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514600" marR="0" lvl="5" indent="-1524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  <a:defRPr sz="12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971800" marR="0" lvl="6" indent="-1524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  <a:defRPr sz="12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429000" marR="0" lvl="7" indent="-1524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  <a:defRPr sz="12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886200" marR="0" lvl="8" indent="-1524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  <a:defRPr sz="12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dt" idx="10"/>
          </p:nvPr>
        </p:nvSpPr>
        <p:spPr>
          <a:xfrm>
            <a:off x="7772400" y="6135089"/>
            <a:ext cx="766500" cy="370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ftr" idx="11"/>
          </p:nvPr>
        </p:nvSpPr>
        <p:spPr>
          <a:xfrm>
            <a:off x="1942415" y="6135808"/>
            <a:ext cx="5716500" cy="365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9" name="Shape 59"/>
          <p:cNvSpPr/>
          <p:nvPr/>
        </p:nvSpPr>
        <p:spPr>
          <a:xfrm rot="10800000" flipH="1">
            <a:off x="57" y="711299"/>
            <a:ext cx="1358400" cy="5079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20000" y="56328"/>
                </a:moveTo>
                <a:lnTo>
                  <a:pt x="99772" y="2256"/>
                </a:lnTo>
                <a:cubicBezTo>
                  <a:pt x="99635" y="1884"/>
                  <a:pt x="99468" y="1500"/>
                  <a:pt x="99332" y="1128"/>
                </a:cubicBezTo>
                <a:cubicBezTo>
                  <a:pt x="98922" y="0"/>
                  <a:pt x="98497" y="0"/>
                  <a:pt x="98072" y="0"/>
                </a:cubicBezTo>
                <a:lnTo>
                  <a:pt x="90060" y="0"/>
                </a:lnTo>
                <a:lnTo>
                  <a:pt x="0" y="744"/>
                </a:lnTo>
                <a:lnTo>
                  <a:pt x="0" y="120000"/>
                </a:lnTo>
                <a:lnTo>
                  <a:pt x="90060" y="119424"/>
                </a:lnTo>
                <a:lnTo>
                  <a:pt x="98072" y="119424"/>
                </a:lnTo>
                <a:cubicBezTo>
                  <a:pt x="98497" y="119424"/>
                  <a:pt x="98922" y="118308"/>
                  <a:pt x="99332" y="118308"/>
                </a:cubicBezTo>
                <a:cubicBezTo>
                  <a:pt x="99332" y="117168"/>
                  <a:pt x="99772" y="117168"/>
                  <a:pt x="99772" y="117168"/>
                </a:cubicBezTo>
                <a:lnTo>
                  <a:pt x="120000" y="63096"/>
                </a:lnTo>
                <a:cubicBezTo>
                  <a:pt x="120834" y="60840"/>
                  <a:pt x="120834" y="58596"/>
                  <a:pt x="120000" y="56328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sldNum" idx="12"/>
          </p:nvPr>
        </p:nvSpPr>
        <p:spPr>
          <a:xfrm>
            <a:off x="511227" y="787783"/>
            <a:ext cx="584999" cy="3651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s-AR" sz="2000" b="0" i="0" u="none" strike="noStrike" cap="none">
                <a:solidFill>
                  <a:srgbClr val="FEFFFF"/>
                </a:solidFill>
                <a:latin typeface="Questrial"/>
                <a:ea typeface="Questrial"/>
                <a:cs typeface="Questrial"/>
                <a:sym typeface="Questrial"/>
              </a:rPr>
              <a:t>‹#›</a:t>
            </a:fld>
            <a:endParaRPr lang="es-AR" sz="2000" b="0" i="0" u="none" strike="noStrike" cap="none">
              <a:solidFill>
                <a:srgbClr val="FEFFF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311700" y="593366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defRPr sz="18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472457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s-AR" sz="1000">
                <a:solidFill>
                  <a:schemeClr val="dk2"/>
                </a:solidFill>
              </a:rPr>
              <a:t>‹#›</a:t>
            </a:fld>
            <a:endParaRPr lang="es-AR" sz="1000"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jpeg"/><Relationship Id="rId4" Type="http://schemas.openxmlformats.org/officeDocument/2006/relationships/hyperlink" Target="http://www.frba.utn.edu.ar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 txBox="1">
            <a:spLocks noGrp="1"/>
          </p:cNvSpPr>
          <p:nvPr>
            <p:ph type="title"/>
          </p:nvPr>
        </p:nvSpPr>
        <p:spPr>
          <a:xfrm>
            <a:off x="1676400" y="533400"/>
            <a:ext cx="6589200" cy="7476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40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Memoria virtual</a:t>
            </a:r>
          </a:p>
        </p:txBody>
      </p:sp>
      <p:pic>
        <p:nvPicPr>
          <p:cNvPr id="66" name="Shape 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600" y="1281000"/>
            <a:ext cx="7232800" cy="542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http://www.tedxutn.org/wp-content/uploads/2012/01/photo1.jpg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853344" y="147944"/>
            <a:ext cx="1133056" cy="113305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200" cy="1281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Introducción</a:t>
            </a:r>
          </a:p>
        </p:txBody>
      </p:sp>
      <p:sp>
        <p:nvSpPr>
          <p:cNvPr id="72" name="Shape 72"/>
          <p:cNvSpPr txBox="1"/>
          <p:nvPr/>
        </p:nvSpPr>
        <p:spPr>
          <a:xfrm>
            <a:off x="1588008" y="1491625"/>
            <a:ext cx="6380999" cy="4648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68300" algn="l" rtl="0"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400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Inicialmente se usaba la técnica de </a:t>
            </a:r>
            <a:r>
              <a:rPr lang="es-AR" sz="2400" b="1" dirty="0" err="1" smtClean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Overlaying</a:t>
            </a:r>
            <a:r>
              <a:rPr lang="es-AR" sz="2400" b="1" dirty="0" smtClean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lang="es-AR" sz="2400" b="1" dirty="0">
              <a:solidFill>
                <a:srgbClr val="3F3F3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342900" marR="0" lvl="0" indent="-368300" algn="l" rtl="0"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400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Las referencias a memoria dentro de un proceso son DL que pueden ser traducidas a DF en tiempo de ejecución</a:t>
            </a:r>
          </a:p>
          <a:p>
            <a:pPr marL="342900" marR="0" lvl="0" indent="-368300" algn="l" rtl="0"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400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Un proceso puede estar en MP o en Swap, y esto puede ser transparente para él</a:t>
            </a:r>
          </a:p>
          <a:p>
            <a:pPr marL="342900" marR="0" lvl="0" indent="-368300" algn="l" rtl="0"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400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No es necesario que todo el proceso esté en MP</a:t>
            </a:r>
          </a:p>
          <a:p>
            <a:pPr marL="914400" marR="0" lvl="1" indent="-381000" algn="l" rtl="0"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</a:pPr>
            <a:r>
              <a:rPr lang="es-AR" sz="2400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+ Procesos en memoria</a:t>
            </a:r>
          </a:p>
          <a:p>
            <a:pPr marL="914400" marR="0" lvl="1" indent="-381000" algn="l" rtl="0"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</a:pPr>
            <a:r>
              <a:rPr lang="es-AR" sz="2400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Procesos + grandes que la memoria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</a:pPr>
            <a:endParaRPr sz="1800" b="0" i="0" u="none" strike="noStrike" cap="none" dirty="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</a:pPr>
            <a:endParaRPr sz="1800" b="0" i="0" u="none" strike="noStrike" cap="none" dirty="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hape 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5026" y="1081557"/>
            <a:ext cx="7069540" cy="53874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4347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hape 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0311" y="960420"/>
            <a:ext cx="7629099" cy="53584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15091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200" cy="1281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s-AR"/>
              <a:t>Principio de localidad</a:t>
            </a:r>
          </a:p>
        </p:txBody>
      </p:sp>
      <p:sp>
        <p:nvSpPr>
          <p:cNvPr id="91" name="Shape 91"/>
          <p:cNvSpPr txBox="1">
            <a:spLocks noGrp="1"/>
          </p:cNvSpPr>
          <p:nvPr>
            <p:ph type="body" idx="1"/>
          </p:nvPr>
        </p:nvSpPr>
        <p:spPr>
          <a:xfrm>
            <a:off x="1942425" y="1696375"/>
            <a:ext cx="6591900" cy="469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/>
              <a:t>La localidad es un set de páginas que se utilizan en conjunto. Los procesos utilizan diferentes localidades durante su ejecución. Las localidades se pueden solapar.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</a:pPr>
            <a:r>
              <a:rPr lang="es-AR" sz="2000" b="1"/>
              <a:t>Localidad Temporal</a:t>
            </a:r>
            <a:r>
              <a:rPr lang="es-AR" sz="2000"/>
              <a:t>: si en un momento una posición de memoria particular es referenciada, entonces es muy probable que la misma ubicación vuelva a ser referenciada en un futuro cercano.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</a:pPr>
            <a:r>
              <a:rPr lang="es-AR" sz="2000" b="1"/>
              <a:t>Localidad Espacial</a:t>
            </a:r>
            <a:r>
              <a:rPr lang="es-AR" sz="2000"/>
              <a:t>: si una localización de memoria es referenciada en un momento concreto, es probable que las localizaciones cercanas a ella sean también referenciadas pronto.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200" cy="1281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/>
              <a:t>Paginac</a:t>
            </a: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ión por demanda</a:t>
            </a:r>
          </a:p>
        </p:txBody>
      </p:sp>
      <p:sp>
        <p:nvSpPr>
          <p:cNvPr id="97" name="Shape 97"/>
          <p:cNvSpPr txBox="1"/>
          <p:nvPr/>
        </p:nvSpPr>
        <p:spPr>
          <a:xfrm>
            <a:off x="1588000" y="1752600"/>
            <a:ext cx="6381000" cy="1712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0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Las páginas se cargan en memoria física sólo cuando se necesitan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0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El swapping es "Lazy". Se mueven sólo las páginas que se necesitan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graphicFrame>
        <p:nvGraphicFramePr>
          <p:cNvPr id="98" name="Shape 98"/>
          <p:cNvGraphicFramePr/>
          <p:nvPr/>
        </p:nvGraphicFramePr>
        <p:xfrm>
          <a:off x="1869537" y="3614650"/>
          <a:ext cx="5404925" cy="2518000"/>
        </p:xfrm>
        <a:graphic>
          <a:graphicData uri="http://schemas.openxmlformats.org/drawingml/2006/table">
            <a:tbl>
              <a:tblPr>
                <a:noFill/>
                <a:tableStyleId>{E4894794-356E-4D74-93AF-CE1BFCA68163}</a:tableStyleId>
              </a:tblPr>
              <a:tblGrid>
                <a:gridCol w="927150"/>
                <a:gridCol w="1411200"/>
                <a:gridCol w="1533275"/>
                <a:gridCol w="1533300"/>
              </a:tblGrid>
              <a:tr h="50360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endParaRPr sz="2000" b="1">
                        <a:solidFill>
                          <a:srgbClr val="3F3F3F"/>
                        </a:solidFill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s-AR" sz="2000" b="1">
                          <a:solidFill>
                            <a:srgbClr val="3F3F3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Frame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s-AR" sz="2000" b="1">
                          <a:solidFill>
                            <a:srgbClr val="3F3F3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Presencia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s-AR" sz="2000" b="1">
                          <a:solidFill>
                            <a:srgbClr val="3F3F3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Modificado</a:t>
                      </a:r>
                    </a:p>
                  </a:txBody>
                  <a:tcPr marL="91425" marR="91425" marT="91425" marB="91425"/>
                </a:tc>
              </a:tr>
              <a:tr h="50360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s-AR" sz="2000" b="1">
                          <a:solidFill>
                            <a:srgbClr val="3F3F3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s-AR" sz="2000" b="1">
                          <a:solidFill>
                            <a:srgbClr val="3F3F3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-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s-AR" sz="2000" b="1">
                          <a:solidFill>
                            <a:srgbClr val="3F3F3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s-AR" sz="2000" b="1">
                          <a:solidFill>
                            <a:srgbClr val="3F3F3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</a:t>
                      </a:r>
                    </a:p>
                  </a:txBody>
                  <a:tcPr marL="91425" marR="91425" marT="91425" marB="91425"/>
                </a:tc>
              </a:tr>
              <a:tr h="50360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s-AR" sz="2000" b="1">
                          <a:solidFill>
                            <a:srgbClr val="3F3F3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1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s-AR" sz="2000" b="1">
                          <a:solidFill>
                            <a:srgbClr val="3F3F3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2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s-AR" sz="2000" b="1">
                          <a:solidFill>
                            <a:srgbClr val="3F3F3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s-AR" sz="2000" b="1">
                          <a:solidFill>
                            <a:srgbClr val="3F3F3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</a:t>
                      </a:r>
                    </a:p>
                  </a:txBody>
                  <a:tcPr marL="91425" marR="91425" marT="91425" marB="91425"/>
                </a:tc>
              </a:tr>
              <a:tr h="50360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s-AR" sz="2000" b="1">
                          <a:solidFill>
                            <a:srgbClr val="3F3F3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2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s-AR" sz="2000" b="1">
                          <a:solidFill>
                            <a:srgbClr val="3F3F3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7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s-AR" sz="2000" b="1">
                          <a:solidFill>
                            <a:srgbClr val="3F3F3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1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s-AR" sz="2000" b="1">
                          <a:solidFill>
                            <a:srgbClr val="3F3F3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1</a:t>
                      </a:r>
                    </a:p>
                  </a:txBody>
                  <a:tcPr marL="91425" marR="91425" marT="91425" marB="91425"/>
                </a:tc>
              </a:tr>
              <a:tr h="50360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s-AR" sz="2000" b="1">
                          <a:solidFill>
                            <a:srgbClr val="3F3F3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3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s-AR" sz="2000" b="1">
                          <a:solidFill>
                            <a:srgbClr val="3F3F3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2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s-AR" sz="2000" b="1">
                          <a:solidFill>
                            <a:srgbClr val="3F3F3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1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s-AR" sz="2000" b="1">
                          <a:solidFill>
                            <a:srgbClr val="3F3F3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</a:t>
                      </a: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Shape 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0436" y="267381"/>
            <a:ext cx="7315200" cy="6365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200" cy="1281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/>
              <a:t>Políticas</a:t>
            </a:r>
          </a:p>
        </p:txBody>
      </p:sp>
      <p:sp>
        <p:nvSpPr>
          <p:cNvPr id="129" name="Shape 129"/>
          <p:cNvSpPr txBox="1"/>
          <p:nvPr/>
        </p:nvSpPr>
        <p:spPr>
          <a:xfrm>
            <a:off x="1587999" y="1752600"/>
            <a:ext cx="6647400" cy="4648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406400" algn="l" rtl="0"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30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Asignación</a:t>
            </a:r>
          </a:p>
          <a:p>
            <a:pPr marL="914400" marR="0" lvl="1" indent="-419100" algn="l" rtl="0"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</a:pPr>
            <a:r>
              <a:rPr lang="es-AR" sz="30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Fija</a:t>
            </a:r>
          </a:p>
          <a:p>
            <a:pPr marL="914400" marR="0" lvl="1" indent="-419100" algn="l" rtl="0"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</a:pPr>
            <a:r>
              <a:rPr lang="es-AR" sz="30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Dinámica</a:t>
            </a:r>
          </a:p>
          <a:p>
            <a:pPr marL="342900" marR="0" lvl="0" indent="-406400" algn="l" rtl="0"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30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Sustitución</a:t>
            </a:r>
          </a:p>
          <a:p>
            <a:pPr marL="914400" marR="0" lvl="1" indent="-419100" algn="l" rtl="0"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</a:pPr>
            <a:r>
              <a:rPr lang="es-AR" sz="30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Local</a:t>
            </a:r>
          </a:p>
          <a:p>
            <a:pPr marL="914400" marR="0" lvl="1" indent="-419100" algn="l" rtl="0"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</a:pPr>
            <a:r>
              <a:rPr lang="es-AR" sz="30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Global</a:t>
            </a: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3000">
              <a:solidFill>
                <a:srgbClr val="3F3F3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342900" lvl="0" indent="-406400" rtl="0">
              <a:spcBef>
                <a:spcPts val="1000"/>
              </a:spcBef>
              <a:buSzPct val="100000"/>
              <a:buFont typeface="Noto Sans Symbols"/>
              <a:buChar char="●"/>
            </a:pPr>
            <a:r>
              <a:rPr lang="es-AR" sz="30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¿Qué combinaciones son posibles?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/>
          <p:nvPr/>
        </p:nvSpPr>
        <p:spPr>
          <a:xfrm>
            <a:off x="1588008" y="1752600"/>
            <a:ext cx="6380999" cy="4648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lvl="0" indent="-342900" rtl="0">
              <a:spcBef>
                <a:spcPts val="1000"/>
              </a:spcBef>
              <a:buSzPct val="100000"/>
              <a:buFont typeface="Noto Sans Symbols"/>
              <a:buChar char="●"/>
            </a:pPr>
            <a:r>
              <a:rPr lang="es-AR" sz="20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Un proceso necesita tener su localidad en MP (idealmente, en la TLB)</a:t>
            </a:r>
          </a:p>
          <a:p>
            <a:pPr marL="342900" lvl="0" indent="-342900" rtl="0">
              <a:spcBef>
                <a:spcPts val="1000"/>
              </a:spcBef>
              <a:buSzPct val="100000"/>
              <a:buFont typeface="Noto Sans Symbols"/>
              <a:buChar char="●"/>
            </a:pPr>
            <a:r>
              <a:rPr lang="es-AR" sz="20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Si esto no se cumple, se realizarán múltiples fallos de página, sin efectuar trabajo útil.</a:t>
            </a:r>
          </a:p>
          <a:p>
            <a:pPr marL="342900" lvl="0" indent="-342900" rtl="0">
              <a:spcBef>
                <a:spcPts val="1000"/>
              </a:spcBef>
              <a:buSzPct val="100000"/>
              <a:buFont typeface="Noto Sans Symbols"/>
              <a:buChar char="●"/>
            </a:pPr>
            <a:r>
              <a:rPr lang="es-AR" sz="20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Puede suceder con</a:t>
            </a:r>
          </a:p>
          <a:p>
            <a:pPr marL="914400" lvl="1" indent="-355600" rtl="0">
              <a:spcBef>
                <a:spcPts val="1000"/>
              </a:spcBef>
              <a:buSzPct val="100000"/>
              <a:buFont typeface="Noto Sans Symbols"/>
            </a:pPr>
            <a:r>
              <a:rPr lang="es-AR" sz="20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Sustitución local - Asignación fija</a:t>
            </a:r>
          </a:p>
          <a:p>
            <a:pPr marL="1371600" lvl="2" indent="-355600" rtl="0">
              <a:spcBef>
                <a:spcPts val="1000"/>
              </a:spcBef>
              <a:buSzPct val="100000"/>
              <a:buFont typeface="Noto Sans Symbols"/>
            </a:pPr>
            <a:r>
              <a:rPr lang="es-AR" sz="20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Ej: instr op1 op2 (2 frames asignados y 3 páginas para la ejecutar la sentencia)</a:t>
            </a:r>
          </a:p>
          <a:p>
            <a:pPr marL="914400" lvl="1" indent="-355600" rtl="0">
              <a:spcBef>
                <a:spcPts val="1000"/>
              </a:spcBef>
              <a:buSzPct val="100000"/>
              <a:buFont typeface="Noto Sans Symbols"/>
            </a:pPr>
            <a:r>
              <a:rPr lang="es-AR" sz="20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Sustitución global - Asignación dinámica</a:t>
            </a:r>
          </a:p>
        </p:txBody>
      </p:sp>
      <p:sp>
        <p:nvSpPr>
          <p:cNvPr id="135" name="Shape 135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200" cy="1281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/>
              <a:t>Thrashing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 txBox="1"/>
          <p:nvPr/>
        </p:nvSpPr>
        <p:spPr>
          <a:xfrm>
            <a:off x="521950" y="4721500"/>
            <a:ext cx="8012400" cy="19881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000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Los procesos realizan acciones de paginación en lugar de trabajo productivo. 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000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Como todos los procesos requieren de la MMU, se bloquearán esperando ser atendidos por la misma, haciendo que caiga el uso de CPU y aumente el tiempo de acceso efectivo a memoria</a:t>
            </a:r>
          </a:p>
        </p:txBody>
      </p:sp>
      <p:sp>
        <p:nvSpPr>
          <p:cNvPr id="141" name="Shape 141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200" cy="1281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/>
              <a:t>Thrashing</a:t>
            </a:r>
          </a:p>
        </p:txBody>
      </p:sp>
      <p:pic>
        <p:nvPicPr>
          <p:cNvPr id="142" name="Shape 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5403" y="1263675"/>
            <a:ext cx="5688134" cy="34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 txBox="1"/>
          <p:nvPr/>
        </p:nvSpPr>
        <p:spPr>
          <a:xfrm>
            <a:off x="1130925" y="5350100"/>
            <a:ext cx="7582800" cy="13596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0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Los procesos requieren una mínima cantidad de frames.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0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Darles demasiados no mejora la situación. Es importante encontrar un rango óptimo.</a:t>
            </a:r>
          </a:p>
        </p:txBody>
      </p:sp>
      <p:sp>
        <p:nvSpPr>
          <p:cNvPr id="148" name="Shape 148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200" cy="1281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/>
              <a:t>Thrashing - Solución</a:t>
            </a:r>
          </a:p>
        </p:txBody>
      </p:sp>
      <p:pic>
        <p:nvPicPr>
          <p:cNvPr id="149" name="Shape 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3581" y="1441881"/>
            <a:ext cx="5896850" cy="384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Shape 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25" y="1449900"/>
            <a:ext cx="9221025" cy="374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Shape 156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200" cy="1281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/>
              <a:t>Cambio de localidad</a:t>
            </a:r>
          </a:p>
        </p:txBody>
      </p:sp>
      <p:sp>
        <p:nvSpPr>
          <p:cNvPr id="157" name="Shape 157"/>
          <p:cNvSpPr txBox="1"/>
          <p:nvPr/>
        </p:nvSpPr>
        <p:spPr>
          <a:xfrm>
            <a:off x="948100" y="5277625"/>
            <a:ext cx="7858500" cy="13596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0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Working set: últimas páginas referenciadas. 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0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Es una aproximación a la localidad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0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Páginas grandes -&gt; Menos fallos | Páginas chicas -&gt; mejor aprox</a:t>
            </a:r>
          </a:p>
          <a:p>
            <a:pPr marR="0" lvl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solidFill>
                <a:srgbClr val="3F3F3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 txBox="1">
            <a:spLocks noGrp="1"/>
          </p:cNvSpPr>
          <p:nvPr>
            <p:ph type="title"/>
          </p:nvPr>
        </p:nvSpPr>
        <p:spPr>
          <a:xfrm>
            <a:off x="1945200" y="624100"/>
            <a:ext cx="6899100" cy="1281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/>
              <a:t>Archivos mapeados en memoria</a:t>
            </a:r>
          </a:p>
        </p:txBody>
      </p:sp>
      <p:pic>
        <p:nvPicPr>
          <p:cNvPr id="163" name="Shape 1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9650" y="1446000"/>
            <a:ext cx="7124700" cy="511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200" cy="1281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/>
              <a:t>Optimizaciones</a:t>
            </a:r>
          </a:p>
        </p:txBody>
      </p:sp>
      <p:sp>
        <p:nvSpPr>
          <p:cNvPr id="176" name="Shape 176"/>
          <p:cNvSpPr txBox="1"/>
          <p:nvPr/>
        </p:nvSpPr>
        <p:spPr>
          <a:xfrm>
            <a:off x="1588008" y="1752600"/>
            <a:ext cx="6380999" cy="4648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lvl="0" indent="-342900" rtl="0">
              <a:spcBef>
                <a:spcPts val="1000"/>
              </a:spcBef>
              <a:buSzPct val="100000"/>
              <a:buFont typeface="Noto Sans Symbols"/>
              <a:buChar char="●"/>
            </a:pPr>
            <a:r>
              <a:rPr lang="es-AR" sz="20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Imagen completa en swap</a:t>
            </a:r>
          </a:p>
          <a:p>
            <a:pPr marL="342900" lvl="0" indent="-342900" rtl="0">
              <a:spcBef>
                <a:spcPts val="1000"/>
              </a:spcBef>
              <a:buSzPct val="100000"/>
              <a:buFont typeface="Noto Sans Symbols"/>
              <a:buChar char="●"/>
            </a:pPr>
            <a:r>
              <a:rPr lang="es-AR" sz="20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Imagen completa en swap + MP</a:t>
            </a:r>
          </a:p>
          <a:p>
            <a:pPr lvl="0" rtl="0">
              <a:spcBef>
                <a:spcPts val="1000"/>
              </a:spcBef>
              <a:buNone/>
            </a:pPr>
            <a:endParaRPr sz="2000">
              <a:solidFill>
                <a:srgbClr val="3F3F3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342900" lvl="0" indent="-342900" rtl="0">
              <a:spcBef>
                <a:spcPts val="1000"/>
              </a:spcBef>
              <a:buSzPct val="100000"/>
              <a:buFont typeface="Noto Sans Symbols"/>
              <a:buChar char="●"/>
            </a:pPr>
            <a:r>
              <a:rPr lang="es-AR" sz="20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Pre paginación</a:t>
            </a:r>
          </a:p>
          <a:p>
            <a:pPr lvl="0" rtl="0">
              <a:spcBef>
                <a:spcPts val="1000"/>
              </a:spcBef>
              <a:buNone/>
            </a:pPr>
            <a:endParaRPr sz="2000">
              <a:solidFill>
                <a:srgbClr val="3F3F3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342900" lvl="0" indent="-342900" rtl="0">
              <a:spcBef>
                <a:spcPts val="1000"/>
              </a:spcBef>
              <a:buSzPct val="100000"/>
              <a:buFont typeface="Noto Sans Symbols"/>
              <a:buChar char="●"/>
            </a:pPr>
            <a:r>
              <a:rPr lang="es-AR" sz="20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Lock de páginas durante E/S</a:t>
            </a:r>
          </a:p>
          <a:p>
            <a:pPr marL="342900" lvl="0" indent="-342900" rtl="0">
              <a:spcBef>
                <a:spcPts val="1000"/>
              </a:spcBef>
              <a:buSzPct val="100000"/>
              <a:buFont typeface="Noto Sans Symbols"/>
              <a:buChar char="●"/>
            </a:pPr>
            <a:r>
              <a:rPr lang="es-AR" sz="20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Buffer de páginas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</a:pPr>
            <a:endParaRPr sz="36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2995290" cy="63148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dirty="0" err="1"/>
              <a:t>Copy</a:t>
            </a:r>
            <a:r>
              <a:rPr lang="es-AR" dirty="0"/>
              <a:t> </a:t>
            </a:r>
            <a:r>
              <a:rPr lang="es-AR" dirty="0" err="1"/>
              <a:t>on</a:t>
            </a:r>
            <a:r>
              <a:rPr lang="es-AR" dirty="0"/>
              <a:t> </a:t>
            </a:r>
            <a:r>
              <a:rPr lang="es-AR" dirty="0" err="1"/>
              <a:t>write</a:t>
            </a:r>
            <a:endParaRPr lang="es-AR" dirty="0"/>
          </a:p>
        </p:txBody>
      </p:sp>
      <p:pic>
        <p:nvPicPr>
          <p:cNvPr id="182" name="Shape 1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751265"/>
            <a:ext cx="9144000" cy="40684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1446663" y="1405006"/>
            <a:ext cx="736979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1600" dirty="0"/>
              <a:t>Cuando un proceso crea una copia de sí mismo, las páginas cargadas en </a:t>
            </a:r>
            <a:r>
              <a:rPr lang="es-AR" sz="1600" dirty="0" smtClean="0"/>
              <a:t>memoria que </a:t>
            </a:r>
            <a:r>
              <a:rPr lang="es-AR" sz="1600" dirty="0"/>
              <a:t>puedan ser modificadas por dicho proceso o su </a:t>
            </a:r>
            <a:r>
              <a:rPr lang="es-AR" sz="1600" dirty="0" smtClean="0"/>
              <a:t>copia, se </a:t>
            </a:r>
            <a:r>
              <a:rPr lang="es-AR" sz="1600" dirty="0"/>
              <a:t>marcan como </a:t>
            </a:r>
            <a:r>
              <a:rPr lang="es-AR" sz="1600" dirty="0" err="1"/>
              <a:t>copy-on-write</a:t>
            </a:r>
            <a:r>
              <a:rPr lang="es-AR" sz="1600" dirty="0"/>
              <a:t>. Cuando un proceso modifica la memoria, el </a:t>
            </a:r>
            <a:r>
              <a:rPr lang="es-AR" sz="1600" dirty="0" err="1" smtClean="0"/>
              <a:t>kernel</a:t>
            </a:r>
            <a:r>
              <a:rPr lang="es-AR" sz="1600" dirty="0" smtClean="0"/>
              <a:t> del </a:t>
            </a:r>
            <a:r>
              <a:rPr lang="es-AR" sz="1600" dirty="0"/>
              <a:t>sistema operativo interviene en la operación y crea una copia de forma que los cambios en la memoria ocupada por un proceso no son visibles por el otro.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187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200" cy="1281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/>
              <a:t>Algoritmos</a:t>
            </a:r>
          </a:p>
        </p:txBody>
      </p:sp>
      <p:sp>
        <p:nvSpPr>
          <p:cNvPr id="188" name="Shape 188"/>
          <p:cNvSpPr txBox="1"/>
          <p:nvPr/>
        </p:nvSpPr>
        <p:spPr>
          <a:xfrm>
            <a:off x="1588008" y="1752600"/>
            <a:ext cx="6380999" cy="4648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lvl="0" indent="-444500" rtl="0">
              <a:spcBef>
                <a:spcPts val="1000"/>
              </a:spcBef>
              <a:buSzPct val="100000"/>
              <a:buFont typeface="Noto Sans Symbols"/>
              <a:buChar char="●"/>
            </a:pPr>
            <a:r>
              <a:rPr lang="es-AR" sz="36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FIFO (con Bélády)</a:t>
            </a:r>
          </a:p>
          <a:p>
            <a:pPr marL="342900" lvl="0" indent="-444500" rtl="0">
              <a:spcBef>
                <a:spcPts val="1000"/>
              </a:spcBef>
              <a:buSzPct val="100000"/>
              <a:buFont typeface="Noto Sans Symbols"/>
              <a:buChar char="●"/>
            </a:pPr>
            <a:r>
              <a:rPr lang="es-AR" sz="36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Óptimo</a:t>
            </a:r>
          </a:p>
          <a:p>
            <a:pPr marL="342900" lvl="0" indent="-444500" rtl="0">
              <a:spcBef>
                <a:spcPts val="1000"/>
              </a:spcBef>
              <a:buSzPct val="100000"/>
              <a:buFont typeface="Noto Sans Symbols"/>
              <a:buChar char="●"/>
            </a:pPr>
            <a:r>
              <a:rPr lang="es-AR" sz="36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LRU</a:t>
            </a:r>
          </a:p>
          <a:p>
            <a:pPr marL="342900" lvl="0" indent="-444500" rtl="0">
              <a:spcBef>
                <a:spcPts val="1000"/>
              </a:spcBef>
              <a:buSzPct val="100000"/>
              <a:buFont typeface="Noto Sans Symbols"/>
              <a:buChar char="●"/>
            </a:pPr>
            <a:r>
              <a:rPr lang="es-AR" sz="36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CLOCK</a:t>
            </a:r>
          </a:p>
          <a:p>
            <a:pPr marL="342900" lvl="0" indent="-444500" rtl="0">
              <a:spcBef>
                <a:spcPts val="1000"/>
              </a:spcBef>
              <a:buSzPct val="100000"/>
              <a:buFont typeface="Noto Sans Symbols"/>
              <a:buChar char="●"/>
            </a:pPr>
            <a:r>
              <a:rPr lang="es-AR" sz="36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CLOCK -M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</a:pPr>
            <a:endParaRPr sz="36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/>
          <p:nvPr/>
        </p:nvSpPr>
        <p:spPr>
          <a:xfrm>
            <a:off x="1715775" y="304800"/>
            <a:ext cx="6258599" cy="15696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600">
                <a:latin typeface="Kaushan Script"/>
                <a:ea typeface="Kaushan Script"/>
                <a:cs typeface="Kaushan Script"/>
                <a:sym typeface="Kaushan Script"/>
              </a:rPr>
              <a:t>¿</a:t>
            </a:r>
            <a:r>
              <a:rPr lang="es-AR" sz="9600" cap="none">
                <a:latin typeface="Kaushan Script"/>
                <a:ea typeface="Kaushan Script"/>
                <a:cs typeface="Kaushan Script"/>
                <a:sym typeface="Kaushan Script"/>
              </a:rPr>
              <a:t>DUDAS ?</a:t>
            </a:r>
          </a:p>
        </p:txBody>
      </p:sp>
      <p:pic>
        <p:nvPicPr>
          <p:cNvPr id="194" name="Shape 1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8872" y="1874400"/>
            <a:ext cx="4932400" cy="496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499</Words>
  <Application>Microsoft Office PowerPoint</Application>
  <PresentationFormat>On-screen Show (4:3)</PresentationFormat>
  <Paragraphs>83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Questrial</vt:lpstr>
      <vt:lpstr>Kaushan Script</vt:lpstr>
      <vt:lpstr>Calibri</vt:lpstr>
      <vt:lpstr>Arial</vt:lpstr>
      <vt:lpstr>Noto Sans Symbols</vt:lpstr>
      <vt:lpstr>simple-light-2</vt:lpstr>
      <vt:lpstr>Memoria virtual</vt:lpstr>
      <vt:lpstr>Introducción</vt:lpstr>
      <vt:lpstr>PowerPoint Presentation</vt:lpstr>
      <vt:lpstr>PowerPoint Presentation</vt:lpstr>
      <vt:lpstr>Principio de localidad</vt:lpstr>
      <vt:lpstr>Paginación por demanda</vt:lpstr>
      <vt:lpstr>PowerPoint Presentation</vt:lpstr>
      <vt:lpstr>Políticas</vt:lpstr>
      <vt:lpstr>Thrashing</vt:lpstr>
      <vt:lpstr>Thrashing</vt:lpstr>
      <vt:lpstr>Thrashing - Solución</vt:lpstr>
      <vt:lpstr>Cambio de localidad</vt:lpstr>
      <vt:lpstr>Archivos mapeados en memoria</vt:lpstr>
      <vt:lpstr>Optimizaciones</vt:lpstr>
      <vt:lpstr>Copy on write</vt:lpstr>
      <vt:lpstr>Algoritmos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Memoria virtual</dc:title>
  <dc:creator>Esquivel, Nestor (Tech Data)</dc:creator>
  <cp:lastModifiedBy>Esquivel, Nestor (Tech Data)</cp:lastModifiedBy>
  <cp:revision>6</cp:revision>
  <dcterms:modified xsi:type="dcterms:W3CDTF">2017-10-21T10:48:53Z</dcterms:modified>
</cp:coreProperties>
</file>